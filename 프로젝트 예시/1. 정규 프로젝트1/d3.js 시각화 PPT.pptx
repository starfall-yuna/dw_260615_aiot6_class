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s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41"/>
  </p:notesMasterIdLst>
  <p:handoutMasterIdLst>
    <p:handoutMasterId r:id="rId42"/>
  </p:handoutMasterIdLst>
  <p:sldIdLst>
    <p:sldId id="301" r:id="rId5"/>
    <p:sldId id="300" r:id="rId6"/>
    <p:sldId id="296" r:id="rId7"/>
    <p:sldId id="4379" r:id="rId8"/>
    <p:sldId id="4380" r:id="rId9"/>
    <p:sldId id="4381" r:id="rId10"/>
    <p:sldId id="4382" r:id="rId11"/>
    <p:sldId id="4383" r:id="rId12"/>
    <p:sldId id="4384" r:id="rId13"/>
    <p:sldId id="4385" r:id="rId14"/>
    <p:sldId id="4386" r:id="rId15"/>
    <p:sldId id="4387" r:id="rId16"/>
    <p:sldId id="4388" r:id="rId17"/>
    <p:sldId id="4389" r:id="rId18"/>
    <p:sldId id="4390" r:id="rId19"/>
    <p:sldId id="4391" r:id="rId20"/>
    <p:sldId id="4392" r:id="rId21"/>
    <p:sldId id="4393" r:id="rId22"/>
    <p:sldId id="4394" r:id="rId23"/>
    <p:sldId id="4395" r:id="rId24"/>
    <p:sldId id="4397" r:id="rId25"/>
    <p:sldId id="4399" r:id="rId26"/>
    <p:sldId id="4396" r:id="rId27"/>
    <p:sldId id="4398" r:id="rId28"/>
    <p:sldId id="4400" r:id="rId29"/>
    <p:sldId id="4401" r:id="rId30"/>
    <p:sldId id="4402" r:id="rId31"/>
    <p:sldId id="4403" r:id="rId32"/>
    <p:sldId id="4404" r:id="rId33"/>
    <p:sldId id="4405" r:id="rId34"/>
    <p:sldId id="4406" r:id="rId35"/>
    <p:sldId id="4407" r:id="rId36"/>
    <p:sldId id="4408" r:id="rId37"/>
    <p:sldId id="4409" r:id="rId38"/>
    <p:sldId id="4410" r:id="rId39"/>
    <p:sldId id="4411" r:id="rId4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04BB7"/>
    <a:srgbClr val="77A26F"/>
    <a:srgbClr val="969BA0"/>
    <a:srgbClr val="7A8087"/>
    <a:srgbClr val="A74648"/>
    <a:srgbClr val="8760A2"/>
    <a:srgbClr val="272B33"/>
    <a:srgbClr val="F7F7F7"/>
    <a:srgbClr val="FAF9FF"/>
    <a:srgbClr val="714DF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90" autoAdjust="0"/>
    <p:restoredTop sz="95316" autoAdjust="0"/>
  </p:normalViewPr>
  <p:slideViewPr>
    <p:cSldViewPr snapToGrid="0" showGuides="1">
      <p:cViewPr varScale="1">
        <p:scale>
          <a:sx n="115" d="100"/>
          <a:sy n="115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592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정민" userId="0e3071ae-5971-45b7-b1b8-12fa5ed0d92e" providerId="ADAL" clId="{A39F0F85-0463-4F7F-A031-E848D35CEED7}"/>
    <pc:docChg chg="undo custSel addSld delSld modSld sldOrd modMainMaster addSection modSection">
      <pc:chgData name="이 정민" userId="0e3071ae-5971-45b7-b1b8-12fa5ed0d92e" providerId="ADAL" clId="{A39F0F85-0463-4F7F-A031-E848D35CEED7}" dt="2024-07-17T06:15:37.181" v="5415" actId="47"/>
      <pc:docMkLst>
        <pc:docMk/>
      </pc:docMkLst>
      <pc:sldChg chg="modSp mod">
        <pc:chgData name="이 정민" userId="0e3071ae-5971-45b7-b1b8-12fa5ed0d92e" providerId="ADAL" clId="{A39F0F85-0463-4F7F-A031-E848D35CEED7}" dt="2024-07-16T06:27:33.705" v="379" actId="1035"/>
        <pc:sldMkLst>
          <pc:docMk/>
          <pc:sldMk cId="3647459083" sldId="257"/>
        </pc:sldMkLst>
      </pc:sldChg>
      <pc:sldChg chg="modSp mod">
        <pc:chgData name="이 정민" userId="0e3071ae-5971-45b7-b1b8-12fa5ed0d92e" providerId="ADAL" clId="{A39F0F85-0463-4F7F-A031-E848D35CEED7}" dt="2024-07-16T06:27:39.695" v="385" actId="1035"/>
        <pc:sldMkLst>
          <pc:docMk/>
          <pc:sldMk cId="3167896894" sldId="258"/>
        </pc:sldMkLst>
      </pc:sldChg>
      <pc:sldChg chg="modSp mod">
        <pc:chgData name="이 정민" userId="0e3071ae-5971-45b7-b1b8-12fa5ed0d92e" providerId="ADAL" clId="{A39F0F85-0463-4F7F-A031-E848D35CEED7}" dt="2024-07-16T06:18:01.535" v="118" actId="1037"/>
        <pc:sldMkLst>
          <pc:docMk/>
          <pc:sldMk cId="1738848240" sldId="259"/>
        </pc:sldMkLst>
      </pc:sldChg>
      <pc:sldChg chg="modSp mod">
        <pc:chgData name="이 정민" userId="0e3071ae-5971-45b7-b1b8-12fa5ed0d92e" providerId="ADAL" clId="{A39F0F85-0463-4F7F-A031-E848D35CEED7}" dt="2024-07-16T06:20:05.494" v="164" actId="20577"/>
        <pc:sldMkLst>
          <pc:docMk/>
          <pc:sldMk cId="1048878356" sldId="260"/>
        </pc:sldMkLst>
      </pc:sldChg>
      <pc:sldChg chg="modSp mod">
        <pc:chgData name="이 정민" userId="0e3071ae-5971-45b7-b1b8-12fa5ed0d92e" providerId="ADAL" clId="{A39F0F85-0463-4F7F-A031-E848D35CEED7}" dt="2024-07-16T06:18:48.376" v="131" actId="20577"/>
        <pc:sldMkLst>
          <pc:docMk/>
          <pc:sldMk cId="4111265420" sldId="264"/>
        </pc:sldMkLst>
      </pc:sldChg>
      <pc:sldChg chg="modSp mod">
        <pc:chgData name="이 정민" userId="0e3071ae-5971-45b7-b1b8-12fa5ed0d92e" providerId="ADAL" clId="{A39F0F85-0463-4F7F-A031-E848D35CEED7}" dt="2024-07-16T06:28:57.595" v="419" actId="20577"/>
        <pc:sldMkLst>
          <pc:docMk/>
          <pc:sldMk cId="2276548930" sldId="265"/>
        </pc:sldMkLst>
      </pc:sldChg>
      <pc:sldChg chg="addSp delSp modSp mod">
        <pc:chgData name="이 정민" userId="0e3071ae-5971-45b7-b1b8-12fa5ed0d92e" providerId="ADAL" clId="{A39F0F85-0463-4F7F-A031-E848D35CEED7}" dt="2024-07-16T06:27:36.120" v="382" actId="1035"/>
        <pc:sldMkLst>
          <pc:docMk/>
          <pc:sldMk cId="2031712938" sldId="266"/>
        </pc:sldMkLst>
      </pc:sldChg>
      <pc:sldChg chg="modSp mod">
        <pc:chgData name="이 정민" userId="0e3071ae-5971-45b7-b1b8-12fa5ed0d92e" providerId="ADAL" clId="{A39F0F85-0463-4F7F-A031-E848D35CEED7}" dt="2024-07-16T06:19:41.254" v="156" actId="1038"/>
        <pc:sldMkLst>
          <pc:docMk/>
          <pc:sldMk cId="3030652363" sldId="267"/>
        </pc:sldMkLst>
      </pc:sldChg>
      <pc:sldChg chg="modSp mod">
        <pc:chgData name="이 정민" userId="0e3071ae-5971-45b7-b1b8-12fa5ed0d92e" providerId="ADAL" clId="{A39F0F85-0463-4F7F-A031-E848D35CEED7}" dt="2024-07-16T06:19:06.354" v="135" actId="20577"/>
        <pc:sldMkLst>
          <pc:docMk/>
          <pc:sldMk cId="3089645521" sldId="271"/>
        </pc:sldMkLst>
      </pc:sldChg>
      <pc:sldChg chg="modSp mod">
        <pc:chgData name="이 정민" userId="0e3071ae-5971-45b7-b1b8-12fa5ed0d92e" providerId="ADAL" clId="{A39F0F85-0463-4F7F-A031-E848D35CEED7}" dt="2024-07-16T06:18:32.699" v="129" actId="1036"/>
        <pc:sldMkLst>
          <pc:docMk/>
          <pc:sldMk cId="478170765" sldId="275"/>
        </pc:sldMkLst>
      </pc:sldChg>
      <pc:sldChg chg="modSp mod">
        <pc:chgData name="이 정민" userId="0e3071ae-5971-45b7-b1b8-12fa5ed0d92e" providerId="ADAL" clId="{A39F0F85-0463-4F7F-A031-E848D35CEED7}" dt="2024-07-16T06:16:00.315" v="61" actId="2710"/>
        <pc:sldMkLst>
          <pc:docMk/>
          <pc:sldMk cId="2756896986" sldId="279"/>
        </pc:sldMkLst>
      </pc:sldChg>
      <pc:sldChg chg="modSp mod">
        <pc:chgData name="이 정민" userId="0e3071ae-5971-45b7-b1b8-12fa5ed0d92e" providerId="ADAL" clId="{A39F0F85-0463-4F7F-A031-E848D35CEED7}" dt="2024-07-16T06:15:49.288" v="60" actId="948"/>
        <pc:sldMkLst>
          <pc:docMk/>
          <pc:sldMk cId="940303154" sldId="280"/>
        </pc:sldMkLst>
      </pc:sldChg>
      <pc:sldChg chg="modSp del mod">
        <pc:chgData name="이 정민" userId="0e3071ae-5971-45b7-b1b8-12fa5ed0d92e" providerId="ADAL" clId="{A39F0F85-0463-4F7F-A031-E848D35CEED7}" dt="2024-07-16T06:29:44.935" v="424" actId="47"/>
        <pc:sldMkLst>
          <pc:docMk/>
          <pc:sldMk cId="4054129696" sldId="284"/>
        </pc:sldMkLst>
      </pc:sldChg>
      <pc:sldChg chg="modSp mod">
        <pc:chgData name="이 정민" userId="0e3071ae-5971-45b7-b1b8-12fa5ed0d92e" providerId="ADAL" clId="{A39F0F85-0463-4F7F-A031-E848D35CEED7}" dt="2024-07-16T06:18:15.324" v="121" actId="1037"/>
        <pc:sldMkLst>
          <pc:docMk/>
          <pc:sldMk cId="778726058" sldId="285"/>
        </pc:sldMkLst>
      </pc:sldChg>
      <pc:sldChg chg="addSp delSp modSp mod">
        <pc:chgData name="이 정민" userId="0e3071ae-5971-45b7-b1b8-12fa5ed0d92e" providerId="ADAL" clId="{A39F0F85-0463-4F7F-A031-E848D35CEED7}" dt="2024-07-16T06:37:25.126" v="615" actId="167"/>
        <pc:sldMkLst>
          <pc:docMk/>
          <pc:sldMk cId="791744955" sldId="293"/>
        </pc:sldMkLst>
      </pc:sldChg>
      <pc:sldChg chg="addSp delSp modSp mod">
        <pc:chgData name="이 정민" userId="0e3071ae-5971-45b7-b1b8-12fa5ed0d92e" providerId="ADAL" clId="{A39F0F85-0463-4F7F-A031-E848D35CEED7}" dt="2024-07-16T08:27:41.036" v="1867" actId="2711"/>
        <pc:sldMkLst>
          <pc:docMk/>
          <pc:sldMk cId="2592674594" sldId="297"/>
        </pc:sldMkLst>
      </pc:sldChg>
      <pc:sldChg chg="modSp mod">
        <pc:chgData name="이 정민" userId="0e3071ae-5971-45b7-b1b8-12fa5ed0d92e" providerId="ADAL" clId="{A39F0F85-0463-4F7F-A031-E848D35CEED7}" dt="2024-07-16T06:23:18.978" v="245" actId="12789"/>
        <pc:sldMkLst>
          <pc:docMk/>
          <pc:sldMk cId="1998629780" sldId="300"/>
        </pc:sldMkLst>
      </pc:sldChg>
      <pc:sldChg chg="addSp delSp modSp mod">
        <pc:chgData name="이 정민" userId="0e3071ae-5971-45b7-b1b8-12fa5ed0d92e" providerId="ADAL" clId="{A39F0F85-0463-4F7F-A031-E848D35CEED7}" dt="2024-07-16T06:16:50.391" v="91" actId="1037"/>
        <pc:sldMkLst>
          <pc:docMk/>
          <pc:sldMk cId="2793217083" sldId="302"/>
        </pc:sldMkLst>
      </pc:sldChg>
      <pc:sldChg chg="modSp mod">
        <pc:chgData name="이 정민" userId="0e3071ae-5971-45b7-b1b8-12fa5ed0d92e" providerId="ADAL" clId="{A39F0F85-0463-4F7F-A031-E848D35CEED7}" dt="2024-07-16T06:17:09.004" v="95" actId="20577"/>
        <pc:sldMkLst>
          <pc:docMk/>
          <pc:sldMk cId="1990687422" sldId="303"/>
        </pc:sldMkLst>
      </pc:sldChg>
      <pc:sldChg chg="addSp delSp modSp mod">
        <pc:chgData name="이 정민" userId="0e3071ae-5971-45b7-b1b8-12fa5ed0d92e" providerId="ADAL" clId="{A39F0F85-0463-4F7F-A031-E848D35CEED7}" dt="2024-07-16T06:53:36.243" v="832" actId="1035"/>
        <pc:sldMkLst>
          <pc:docMk/>
          <pc:sldMk cId="1999247309" sldId="304"/>
        </pc:sldMkLst>
      </pc:sldChg>
      <pc:sldChg chg="addSp delSp modSp mod">
        <pc:chgData name="이 정민" userId="0e3071ae-5971-45b7-b1b8-12fa5ed0d92e" providerId="ADAL" clId="{A39F0F85-0463-4F7F-A031-E848D35CEED7}" dt="2024-07-16T06:27:21.315" v="370" actId="1035"/>
        <pc:sldMkLst>
          <pc:docMk/>
          <pc:sldMk cId="1959279078" sldId="305"/>
        </pc:sldMkLst>
      </pc:sldChg>
      <pc:sldChg chg="modSp mod">
        <pc:chgData name="이 정민" userId="0e3071ae-5971-45b7-b1b8-12fa5ed0d92e" providerId="ADAL" clId="{A39F0F85-0463-4F7F-A031-E848D35CEED7}" dt="2024-07-16T06:37:14.002" v="609" actId="1038"/>
        <pc:sldMkLst>
          <pc:docMk/>
          <pc:sldMk cId="1555937685" sldId="306"/>
        </pc:sldMkLst>
      </pc:sldChg>
      <pc:sldChg chg="modSp mod ord">
        <pc:chgData name="이 정민" userId="0e3071ae-5971-45b7-b1b8-12fa5ed0d92e" providerId="ADAL" clId="{A39F0F85-0463-4F7F-A031-E848D35CEED7}" dt="2024-07-16T06:41:00.375" v="702"/>
        <pc:sldMkLst>
          <pc:docMk/>
          <pc:sldMk cId="415007774" sldId="308"/>
        </pc:sldMkLst>
      </pc:sldChg>
      <pc:sldChg chg="addSp delSp modSp mod">
        <pc:chgData name="이 정민" userId="0e3071ae-5971-45b7-b1b8-12fa5ed0d92e" providerId="ADAL" clId="{A39F0F85-0463-4F7F-A031-E848D35CEED7}" dt="2024-07-16T06:17:47.331" v="111" actId="1035"/>
        <pc:sldMkLst>
          <pc:docMk/>
          <pc:sldMk cId="1218858972" sldId="309"/>
        </pc:sldMkLst>
      </pc:sldChg>
      <pc:sldChg chg="modSp mod">
        <pc:chgData name="이 정민" userId="0e3071ae-5971-45b7-b1b8-12fa5ed0d92e" providerId="ADAL" clId="{A39F0F85-0463-4F7F-A031-E848D35CEED7}" dt="2024-07-17T02:23:30.905" v="3425" actId="2711"/>
        <pc:sldMkLst>
          <pc:docMk/>
          <pc:sldMk cId="439808399" sldId="310"/>
        </pc:sldMkLst>
      </pc:sldChg>
      <pc:sldChg chg="del">
        <pc:chgData name="이 정민" userId="0e3071ae-5971-45b7-b1b8-12fa5ed0d92e" providerId="ADAL" clId="{A39F0F85-0463-4F7F-A031-E848D35CEED7}" dt="2024-07-16T06:36:29.725" v="591" actId="47"/>
        <pc:sldMkLst>
          <pc:docMk/>
          <pc:sldMk cId="1173092251" sldId="311"/>
        </pc:sldMkLst>
      </pc:sldChg>
      <pc:sldChg chg="addSp delSp modSp mod">
        <pc:chgData name="이 정민" userId="0e3071ae-5971-45b7-b1b8-12fa5ed0d92e" providerId="ADAL" clId="{A39F0F85-0463-4F7F-A031-E848D35CEED7}" dt="2024-07-17T05:34:15.640" v="4188" actId="465"/>
        <pc:sldMkLst>
          <pc:docMk/>
          <pc:sldMk cId="2925826524" sldId="312"/>
        </pc:sldMkLst>
      </pc:sldChg>
      <pc:sldChg chg="modSp mod">
        <pc:chgData name="이 정민" userId="0e3071ae-5971-45b7-b1b8-12fa5ed0d92e" providerId="ADAL" clId="{A39F0F85-0463-4F7F-A031-E848D35CEED7}" dt="2024-07-17T05:48:03.449" v="4528"/>
        <pc:sldMkLst>
          <pc:docMk/>
          <pc:sldMk cId="2325974971" sldId="316"/>
        </pc:sldMkLst>
      </pc:sldChg>
      <pc:sldChg chg="new del">
        <pc:chgData name="이 정민" userId="0e3071ae-5971-45b7-b1b8-12fa5ed0d92e" providerId="ADAL" clId="{A39F0F85-0463-4F7F-A031-E848D35CEED7}" dt="2024-07-15T07:53:44.920" v="12" actId="680"/>
        <pc:sldMkLst>
          <pc:docMk/>
          <pc:sldMk cId="340403865" sldId="318"/>
        </pc:sldMkLst>
      </pc:sldChg>
      <pc:sldChg chg="addSp delSp modSp add del mod">
        <pc:chgData name="이 정민" userId="0e3071ae-5971-45b7-b1b8-12fa5ed0d92e" providerId="ADAL" clId="{A39F0F85-0463-4F7F-A031-E848D35CEED7}" dt="2024-07-17T06:15:36.349" v="5414" actId="47"/>
        <pc:sldMkLst>
          <pc:docMk/>
          <pc:sldMk cId="3059956385" sldId="318"/>
        </pc:sldMkLst>
      </pc:sldChg>
      <pc:sldChg chg="addSp delSp add del mod">
        <pc:chgData name="이 정민" userId="0e3071ae-5971-45b7-b1b8-12fa5ed0d92e" providerId="ADAL" clId="{A39F0F85-0463-4F7F-A031-E848D35CEED7}" dt="2024-07-17T06:15:35.660" v="5413" actId="47"/>
        <pc:sldMkLst>
          <pc:docMk/>
          <pc:sldMk cId="2110432998" sldId="319"/>
        </pc:sldMkLst>
      </pc:sldChg>
      <pc:sldChg chg="addSp delSp modSp add del mod ord">
        <pc:chgData name="이 정민" userId="0e3071ae-5971-45b7-b1b8-12fa5ed0d92e" providerId="ADAL" clId="{A39F0F85-0463-4F7F-A031-E848D35CEED7}" dt="2024-07-17T06:15:37.181" v="5415" actId="47"/>
        <pc:sldMkLst>
          <pc:docMk/>
          <pc:sldMk cId="308494404" sldId="320"/>
        </pc:sldMkLst>
      </pc:sldChg>
      <pc:sldChg chg="addSp delSp modSp add mod ord">
        <pc:chgData name="이 정민" userId="0e3071ae-5971-45b7-b1b8-12fa5ed0d92e" providerId="ADAL" clId="{A39F0F85-0463-4F7F-A031-E848D35CEED7}" dt="2024-07-16T08:28:27.067" v="1873" actId="20577"/>
        <pc:sldMkLst>
          <pc:docMk/>
          <pc:sldMk cId="3131406070" sldId="321"/>
        </pc:sldMkLst>
      </pc:sldChg>
      <pc:sldChg chg="addSp delSp modSp add del mod">
        <pc:chgData name="이 정민" userId="0e3071ae-5971-45b7-b1b8-12fa5ed0d92e" providerId="ADAL" clId="{A39F0F85-0463-4F7F-A031-E848D35CEED7}" dt="2024-07-17T06:15:34.955" v="5412" actId="47"/>
        <pc:sldMkLst>
          <pc:docMk/>
          <pc:sldMk cId="2297212202" sldId="322"/>
        </pc:sldMkLst>
      </pc:sldChg>
      <pc:sldChg chg="addSp delSp modSp add mod ord">
        <pc:chgData name="이 정민" userId="0e3071ae-5971-45b7-b1b8-12fa5ed0d92e" providerId="ADAL" clId="{A39F0F85-0463-4F7F-A031-E848D35CEED7}" dt="2024-07-17T05:41:01.113" v="4498" actId="1036"/>
        <pc:sldMkLst>
          <pc:docMk/>
          <pc:sldMk cId="3900197080" sldId="323"/>
        </pc:sldMkLst>
      </pc:sldChg>
      <pc:sldChg chg="addSp delSp modSp add mod ord">
        <pc:chgData name="이 정민" userId="0e3071ae-5971-45b7-b1b8-12fa5ed0d92e" providerId="ADAL" clId="{A39F0F85-0463-4F7F-A031-E848D35CEED7}" dt="2024-07-17T06:15:23.946" v="5411" actId="1035"/>
        <pc:sldMkLst>
          <pc:docMk/>
          <pc:sldMk cId="1029708644" sldId="324"/>
        </pc:sldMkLst>
      </pc:sldChg>
      <pc:sldChg chg="addSp delSp modSp add mod ord">
        <pc:chgData name="이 정민" userId="0e3071ae-5971-45b7-b1b8-12fa5ed0d92e" providerId="ADAL" clId="{A39F0F85-0463-4F7F-A031-E848D35CEED7}" dt="2024-07-17T02:11:18.417" v="3143" actId="1076"/>
        <pc:sldMkLst>
          <pc:docMk/>
          <pc:sldMk cId="786564060" sldId="325"/>
        </pc:sldMkLst>
      </pc:sldChg>
      <pc:sldChg chg="addSp delSp modSp add mod ord">
        <pc:chgData name="이 정민" userId="0e3071ae-5971-45b7-b1b8-12fa5ed0d92e" providerId="ADAL" clId="{A39F0F85-0463-4F7F-A031-E848D35CEED7}" dt="2024-07-17T06:15:04.031" v="5387" actId="1035"/>
        <pc:sldMkLst>
          <pc:docMk/>
          <pc:sldMk cId="477878247" sldId="326"/>
        </pc:sldMkLst>
      </pc:sldChg>
      <pc:sldChg chg="addSp delSp modSp add mod ord">
        <pc:chgData name="이 정민" userId="0e3071ae-5971-45b7-b1b8-12fa5ed0d92e" providerId="ADAL" clId="{A39F0F85-0463-4F7F-A031-E848D35CEED7}" dt="2024-07-17T06:15:14.364" v="5407" actId="1036"/>
        <pc:sldMkLst>
          <pc:docMk/>
          <pc:sldMk cId="3495082168" sldId="327"/>
        </pc:sldMkLst>
      </pc:sldChg>
      <pc:sldChg chg="addSp delSp modSp add mod ord">
        <pc:chgData name="이 정민" userId="0e3071ae-5971-45b7-b1b8-12fa5ed0d92e" providerId="ADAL" clId="{A39F0F85-0463-4F7F-A031-E848D35CEED7}" dt="2024-07-17T06:14:51.520" v="5383" actId="1035"/>
        <pc:sldMkLst>
          <pc:docMk/>
          <pc:sldMk cId="3819761817" sldId="328"/>
        </pc:sldMkLst>
      </pc:sldChg>
      <pc:sldChg chg="addSp modSp new mod">
        <pc:chgData name="이 정민" userId="0e3071ae-5971-45b7-b1b8-12fa5ed0d92e" providerId="ADAL" clId="{A39F0F85-0463-4F7F-A031-E848D35CEED7}" dt="2024-07-16T06:34:28.455" v="531" actId="1036"/>
        <pc:sldMkLst>
          <pc:docMk/>
          <pc:sldMk cId="22196804" sldId="329"/>
        </pc:sldMkLst>
      </pc:sldChg>
      <pc:sldChg chg="add del">
        <pc:chgData name="이 정민" userId="0e3071ae-5971-45b7-b1b8-12fa5ed0d92e" providerId="ADAL" clId="{A39F0F85-0463-4F7F-A031-E848D35CEED7}" dt="2024-07-15T08:31:39.274" v="40"/>
        <pc:sldMkLst>
          <pc:docMk/>
          <pc:sldMk cId="3276650573" sldId="329"/>
        </pc:sldMkLst>
      </pc:sldChg>
      <pc:sldChg chg="addSp delSp modSp add mod">
        <pc:chgData name="이 정민" userId="0e3071ae-5971-45b7-b1b8-12fa5ed0d92e" providerId="ADAL" clId="{A39F0F85-0463-4F7F-A031-E848D35CEED7}" dt="2024-07-16T06:36:25.395" v="590" actId="20577"/>
        <pc:sldMkLst>
          <pc:docMk/>
          <pc:sldMk cId="2304136416" sldId="330"/>
        </pc:sldMkLst>
      </pc:sldChg>
      <pc:sldChg chg="addSp delSp modSp add mod">
        <pc:chgData name="이 정민" userId="0e3071ae-5971-45b7-b1b8-12fa5ed0d92e" providerId="ADAL" clId="{A39F0F85-0463-4F7F-A031-E848D35CEED7}" dt="2024-07-16T08:17:37.656" v="1809" actId="1035"/>
        <pc:sldMkLst>
          <pc:docMk/>
          <pc:sldMk cId="2006246003" sldId="331"/>
        </pc:sldMkLst>
      </pc:sldChg>
      <pc:sldChg chg="addSp delSp modSp add del mod">
        <pc:chgData name="이 정민" userId="0e3071ae-5971-45b7-b1b8-12fa5ed0d92e" providerId="ADAL" clId="{A39F0F85-0463-4F7F-A031-E848D35CEED7}" dt="2024-07-16T06:54:43.198" v="848" actId="47"/>
        <pc:sldMkLst>
          <pc:docMk/>
          <pc:sldMk cId="3225467732" sldId="331"/>
        </pc:sldMkLst>
      </pc:sldChg>
      <pc:sldChg chg="addSp delSp modSp add mod">
        <pc:chgData name="이 정민" userId="0e3071ae-5971-45b7-b1b8-12fa5ed0d92e" providerId="ADAL" clId="{A39F0F85-0463-4F7F-A031-E848D35CEED7}" dt="2024-07-17T01:44:18.484" v="2594" actId="27918"/>
        <pc:sldMkLst>
          <pc:docMk/>
          <pc:sldMk cId="2822638822" sldId="332"/>
        </pc:sldMkLst>
      </pc:sldChg>
      <pc:sldMasterChg chg="modSp">
        <pc:chgData name="이 정민" userId="0e3071ae-5971-45b7-b1b8-12fa5ed0d92e" providerId="ADAL" clId="{A39F0F85-0463-4F7F-A031-E848D35CEED7}" dt="2024-07-16T08:24:47.449" v="1859" actId="735"/>
        <pc:sldMasterMkLst>
          <pc:docMk/>
          <pc:sldMasterMk cId="1397564653" sldId="2147483648"/>
        </pc:sldMasterMkLst>
      </pc:sldMasterChg>
    </pc:docChg>
  </pc:docChgLst>
  <pc:docChgLst>
    <pc:chgData name="이 정민" userId="0e3071ae-5971-45b7-b1b8-12fa5ed0d92e" providerId="ADAL" clId="{52576A4E-6170-43EE-A7E8-405A5AE50DDF}"/>
    <pc:docChg chg="delSld modSld modSection">
      <pc:chgData name="이 정민" userId="0e3071ae-5971-45b7-b1b8-12fa5ed0d92e" providerId="ADAL" clId="{52576A4E-6170-43EE-A7E8-405A5AE50DDF}" dt="2024-07-19T01:57:51.673" v="10" actId="47"/>
      <pc:docMkLst>
        <pc:docMk/>
      </pc:docMkLst>
      <pc:sldChg chg="setBg">
        <pc:chgData name="이 정민" userId="0e3071ae-5971-45b7-b1b8-12fa5ed0d92e" providerId="ADAL" clId="{52576A4E-6170-43EE-A7E8-405A5AE50DDF}" dt="2024-07-18T07:21:03.469" v="1"/>
        <pc:sldMkLst>
          <pc:docMk/>
          <pc:sldMk cId="2651711596" sldId="313"/>
        </pc:sldMkLst>
      </pc:sldChg>
      <pc:sldChg chg="setBg">
        <pc:chgData name="이 정민" userId="0e3071ae-5971-45b7-b1b8-12fa5ed0d92e" providerId="ADAL" clId="{52576A4E-6170-43EE-A7E8-405A5AE50DDF}" dt="2024-07-18T07:21:07.158" v="3"/>
        <pc:sldMkLst>
          <pc:docMk/>
          <pc:sldMk cId="3930802454" sldId="314"/>
        </pc:sldMkLst>
      </pc:sldChg>
      <pc:sldChg chg="del setBg">
        <pc:chgData name="이 정민" userId="0e3071ae-5971-45b7-b1b8-12fa5ed0d92e" providerId="ADAL" clId="{52576A4E-6170-43EE-A7E8-405A5AE50DDF}" dt="2024-07-19T01:57:51.673" v="10" actId="47"/>
        <pc:sldMkLst>
          <pc:docMk/>
          <pc:sldMk cId="3898267869" sldId="315"/>
        </pc:sldMkLst>
      </pc:sldChg>
      <pc:sldChg chg="setBg">
        <pc:chgData name="이 정민" userId="0e3071ae-5971-45b7-b1b8-12fa5ed0d92e" providerId="ADAL" clId="{52576A4E-6170-43EE-A7E8-405A5AE50DDF}" dt="2024-07-18T07:21:14.352" v="7"/>
        <pc:sldMkLst>
          <pc:docMk/>
          <pc:sldMk cId="2325974971" sldId="316"/>
        </pc:sldMkLst>
      </pc:sldChg>
      <pc:sldChg chg="setBg">
        <pc:chgData name="이 정민" userId="0e3071ae-5971-45b7-b1b8-12fa5ed0d92e" providerId="ADAL" clId="{52576A4E-6170-43EE-A7E8-405A5AE50DDF}" dt="2024-07-18T07:21:18.283" v="9"/>
        <pc:sldMkLst>
          <pc:docMk/>
          <pc:sldMk cId="1052065638" sldId="317"/>
        </pc:sldMkLst>
      </pc:sldChg>
    </pc:docChg>
  </pc:docChgLst>
  <pc:docChgLst>
    <pc:chgData name="한 지은" userId="c1d00ca1-8c44-47c7-9aa9-9e0cbc1e672d" providerId="ADAL" clId="{504DD829-3314-4C8F-ADDE-1763D2AA2F26}"/>
    <pc:docChg chg="undo custSel modSld">
      <pc:chgData name="한 지은" userId="c1d00ca1-8c44-47c7-9aa9-9e0cbc1e672d" providerId="ADAL" clId="{504DD829-3314-4C8F-ADDE-1763D2AA2F26}" dt="2024-07-19T05:04:23.968" v="5" actId="478"/>
      <pc:docMkLst>
        <pc:docMk/>
      </pc:docMkLst>
      <pc:sldChg chg="modSp mod">
        <pc:chgData name="한 지은" userId="c1d00ca1-8c44-47c7-9aa9-9e0cbc1e672d" providerId="ADAL" clId="{504DD829-3314-4C8F-ADDE-1763D2AA2F26}" dt="2024-07-19T05:02:53.760" v="1" actId="1076"/>
        <pc:sldMkLst>
          <pc:docMk/>
          <pc:sldMk cId="940303154" sldId="280"/>
        </pc:sldMkLst>
      </pc:sldChg>
      <pc:sldChg chg="addSp delSp mod">
        <pc:chgData name="한 지은" userId="c1d00ca1-8c44-47c7-9aa9-9e0cbc1e672d" providerId="ADAL" clId="{504DD829-3314-4C8F-ADDE-1763D2AA2F26}" dt="2024-07-19T05:04:23.968" v="5" actId="478"/>
        <pc:sldMkLst>
          <pc:docMk/>
          <pc:sldMk cId="1386539027" sldId="281"/>
        </pc:sldMkLst>
      </pc:sldChg>
    </pc:docChg>
  </pc:docChgLst>
  <pc:docChgLst>
    <pc:chgData name="한 지은" userId="c1d00ca1-8c44-47c7-9aa9-9e0cbc1e672d" providerId="ADAL" clId="{405D5206-AAFB-4782-A209-A2F11970FC2E}"/>
    <pc:docChg chg="undo custSel addSld delSld modSld sldOrd modMainMaster addSection modSection">
      <pc:chgData name="한 지은" userId="c1d00ca1-8c44-47c7-9aa9-9e0cbc1e672d" providerId="ADAL" clId="{405D5206-AAFB-4782-A209-A2F11970FC2E}" dt="2024-10-29T06:53:52.794" v="1163"/>
      <pc:docMkLst>
        <pc:docMk/>
      </pc:docMkLst>
      <pc:sldChg chg="addSp delSp modSp mod">
        <pc:chgData name="한 지은" userId="c1d00ca1-8c44-47c7-9aa9-9e0cbc1e672d" providerId="ADAL" clId="{405D5206-AAFB-4782-A209-A2F11970FC2E}" dt="2024-10-15T06:10:04.109" v="100" actId="478"/>
        <pc:sldMkLst>
          <pc:docMk/>
          <pc:sldMk cId="4157217115" sldId="256"/>
        </pc:sldMkLst>
      </pc:sldChg>
      <pc:sldChg chg="addSp delSp modSp mod">
        <pc:chgData name="한 지은" userId="c1d00ca1-8c44-47c7-9aa9-9e0cbc1e672d" providerId="ADAL" clId="{405D5206-AAFB-4782-A209-A2F11970FC2E}" dt="2024-10-15T06:54:03.195" v="623" actId="478"/>
        <pc:sldMkLst>
          <pc:docMk/>
          <pc:sldMk cId="3647459083" sldId="257"/>
        </pc:sldMkLst>
      </pc:sldChg>
      <pc:sldChg chg="addSp delSp modSp mod">
        <pc:chgData name="한 지은" userId="c1d00ca1-8c44-47c7-9aa9-9e0cbc1e672d" providerId="ADAL" clId="{405D5206-AAFB-4782-A209-A2F11970FC2E}" dt="2024-10-15T06:50:35.039" v="558" actId="1036"/>
        <pc:sldMkLst>
          <pc:docMk/>
          <pc:sldMk cId="3167896894" sldId="258"/>
        </pc:sldMkLst>
      </pc:sldChg>
      <pc:sldChg chg="addSp modSp mod">
        <pc:chgData name="한 지은" userId="c1d00ca1-8c44-47c7-9aa9-9e0cbc1e672d" providerId="ADAL" clId="{405D5206-AAFB-4782-A209-A2F11970FC2E}" dt="2024-10-15T06:22:29.210" v="282" actId="1076"/>
        <pc:sldMkLst>
          <pc:docMk/>
          <pc:sldMk cId="1738848240" sldId="259"/>
        </pc:sldMkLst>
      </pc:sldChg>
      <pc:sldChg chg="addSp delSp modSp mod">
        <pc:chgData name="한 지은" userId="c1d00ca1-8c44-47c7-9aa9-9e0cbc1e672d" providerId="ADAL" clId="{405D5206-AAFB-4782-A209-A2F11970FC2E}" dt="2024-10-15T06:45:49.439" v="469" actId="255"/>
        <pc:sldMkLst>
          <pc:docMk/>
          <pc:sldMk cId="1048878356" sldId="260"/>
        </pc:sldMkLst>
      </pc:sldChg>
      <pc:sldChg chg="addSp delSp modSp mod">
        <pc:chgData name="한 지은" userId="c1d00ca1-8c44-47c7-9aa9-9e0cbc1e672d" providerId="ADAL" clId="{405D5206-AAFB-4782-A209-A2F11970FC2E}" dt="2024-10-15T07:51:32.590" v="996" actId="478"/>
        <pc:sldMkLst>
          <pc:docMk/>
          <pc:sldMk cId="3550646018" sldId="261"/>
        </pc:sldMkLst>
      </pc:sldChg>
      <pc:sldChg chg="addSp delSp modSp mod">
        <pc:chgData name="한 지은" userId="c1d00ca1-8c44-47c7-9aa9-9e0cbc1e672d" providerId="ADAL" clId="{405D5206-AAFB-4782-A209-A2F11970FC2E}" dt="2024-10-15T06:21:59.619" v="273" actId="478"/>
        <pc:sldMkLst>
          <pc:docMk/>
          <pc:sldMk cId="3043989579" sldId="262"/>
        </pc:sldMkLst>
      </pc:sldChg>
      <pc:sldChg chg="modSp mod">
        <pc:chgData name="한 지은" userId="c1d00ca1-8c44-47c7-9aa9-9e0cbc1e672d" providerId="ADAL" clId="{405D5206-AAFB-4782-A209-A2F11970FC2E}" dt="2024-10-15T06:38:32.231" v="380" actId="1035"/>
        <pc:sldMkLst>
          <pc:docMk/>
          <pc:sldMk cId="4111265420" sldId="264"/>
        </pc:sldMkLst>
      </pc:sldChg>
      <pc:sldChg chg="addSp delSp modSp mod">
        <pc:chgData name="한 지은" userId="c1d00ca1-8c44-47c7-9aa9-9e0cbc1e672d" providerId="ADAL" clId="{405D5206-AAFB-4782-A209-A2F11970FC2E}" dt="2024-10-15T07:09:19.709" v="779" actId="1035"/>
        <pc:sldMkLst>
          <pc:docMk/>
          <pc:sldMk cId="2276548930" sldId="265"/>
        </pc:sldMkLst>
      </pc:sldChg>
      <pc:sldChg chg="addSp delSp modSp mod">
        <pc:chgData name="한 지은" userId="c1d00ca1-8c44-47c7-9aa9-9e0cbc1e672d" providerId="ADAL" clId="{405D5206-AAFB-4782-A209-A2F11970FC2E}" dt="2024-10-15T07:54:35.789" v="1014" actId="14100"/>
        <pc:sldMkLst>
          <pc:docMk/>
          <pc:sldMk cId="2031712938" sldId="266"/>
        </pc:sldMkLst>
      </pc:sldChg>
      <pc:sldChg chg="addSp delSp modSp mod">
        <pc:chgData name="한 지은" userId="c1d00ca1-8c44-47c7-9aa9-9e0cbc1e672d" providerId="ADAL" clId="{405D5206-AAFB-4782-A209-A2F11970FC2E}" dt="2024-10-15T06:42:18.563" v="421" actId="165"/>
        <pc:sldMkLst>
          <pc:docMk/>
          <pc:sldMk cId="3030652363" sldId="267"/>
        </pc:sldMkLst>
      </pc:sldChg>
      <pc:sldChg chg="addSp delSp modSp mod">
        <pc:chgData name="한 지은" userId="c1d00ca1-8c44-47c7-9aa9-9e0cbc1e672d" providerId="ADAL" clId="{405D5206-AAFB-4782-A209-A2F11970FC2E}" dt="2024-10-15T06:10:30.900" v="109" actId="478"/>
        <pc:sldMkLst>
          <pc:docMk/>
          <pc:sldMk cId="3003541523" sldId="268"/>
        </pc:sldMkLst>
      </pc:sldChg>
      <pc:sldChg chg="modSp mod">
        <pc:chgData name="한 지은" userId="c1d00ca1-8c44-47c7-9aa9-9e0cbc1e672d" providerId="ADAL" clId="{405D5206-AAFB-4782-A209-A2F11970FC2E}" dt="2024-10-15T06:38:46.814" v="382" actId="255"/>
        <pc:sldMkLst>
          <pc:docMk/>
          <pc:sldMk cId="3089645521" sldId="271"/>
        </pc:sldMkLst>
      </pc:sldChg>
      <pc:sldChg chg="addSp delSp modSp mod">
        <pc:chgData name="한 지은" userId="c1d00ca1-8c44-47c7-9aa9-9e0cbc1e672d" providerId="ADAL" clId="{405D5206-AAFB-4782-A209-A2F11970FC2E}" dt="2024-10-15T06:12:09.222" v="137" actId="478"/>
        <pc:sldMkLst>
          <pc:docMk/>
          <pc:sldMk cId="3101689048" sldId="273"/>
        </pc:sldMkLst>
      </pc:sldChg>
      <pc:sldChg chg="addSp delSp modSp mod">
        <pc:chgData name="한 지은" userId="c1d00ca1-8c44-47c7-9aa9-9e0cbc1e672d" providerId="ADAL" clId="{405D5206-AAFB-4782-A209-A2F11970FC2E}" dt="2024-10-15T06:36:31.367" v="376" actId="14100"/>
        <pc:sldMkLst>
          <pc:docMk/>
          <pc:sldMk cId="478170765" sldId="275"/>
        </pc:sldMkLst>
      </pc:sldChg>
      <pc:sldChg chg="addSp delSp modSp mod">
        <pc:chgData name="한 지은" userId="c1d00ca1-8c44-47c7-9aa9-9e0cbc1e672d" providerId="ADAL" clId="{405D5206-AAFB-4782-A209-A2F11970FC2E}" dt="2024-10-15T06:44:08.763" v="457" actId="255"/>
        <pc:sldMkLst>
          <pc:docMk/>
          <pc:sldMk cId="314192008" sldId="278"/>
        </pc:sldMkLst>
      </pc:sldChg>
      <pc:sldChg chg="addSp delSp modSp mod">
        <pc:chgData name="한 지은" userId="c1d00ca1-8c44-47c7-9aa9-9e0cbc1e672d" providerId="ADAL" clId="{405D5206-AAFB-4782-A209-A2F11970FC2E}" dt="2024-10-15T06:13:40.670" v="158" actId="12788"/>
        <pc:sldMkLst>
          <pc:docMk/>
          <pc:sldMk cId="2756896986" sldId="279"/>
        </pc:sldMkLst>
      </pc:sldChg>
      <pc:sldChg chg="addSp delSp modSp mod">
        <pc:chgData name="한 지은" userId="c1d00ca1-8c44-47c7-9aa9-9e0cbc1e672d" providerId="ADAL" clId="{405D5206-AAFB-4782-A209-A2F11970FC2E}" dt="2024-10-15T06:11:47.119" v="132" actId="12789"/>
        <pc:sldMkLst>
          <pc:docMk/>
          <pc:sldMk cId="940303154" sldId="280"/>
        </pc:sldMkLst>
      </pc:sldChg>
      <pc:sldChg chg="addSp delSp modSp mod">
        <pc:chgData name="한 지은" userId="c1d00ca1-8c44-47c7-9aa9-9e0cbc1e672d" providerId="ADAL" clId="{405D5206-AAFB-4782-A209-A2F11970FC2E}" dt="2024-10-15T06:06:50.680" v="59" actId="478"/>
        <pc:sldMkLst>
          <pc:docMk/>
          <pc:sldMk cId="1386539027" sldId="281"/>
        </pc:sldMkLst>
      </pc:sldChg>
      <pc:sldChg chg="addSp delSp modSp mod">
        <pc:chgData name="한 지은" userId="c1d00ca1-8c44-47c7-9aa9-9e0cbc1e672d" providerId="ADAL" clId="{405D5206-AAFB-4782-A209-A2F11970FC2E}" dt="2024-10-15T06:08:41.139" v="86" actId="207"/>
        <pc:sldMkLst>
          <pc:docMk/>
          <pc:sldMk cId="3305249370" sldId="282"/>
        </pc:sldMkLst>
      </pc:sldChg>
      <pc:sldChg chg="addSp delSp modSp mod">
        <pc:chgData name="한 지은" userId="c1d00ca1-8c44-47c7-9aa9-9e0cbc1e672d" providerId="ADAL" clId="{405D5206-AAFB-4782-A209-A2F11970FC2E}" dt="2024-10-15T07:52:13.929" v="1007" actId="14100"/>
        <pc:sldMkLst>
          <pc:docMk/>
          <pc:sldMk cId="3068840036" sldId="283"/>
        </pc:sldMkLst>
      </pc:sldChg>
      <pc:sldChg chg="addSp delSp add del mod">
        <pc:chgData name="한 지은" userId="c1d00ca1-8c44-47c7-9aa9-9e0cbc1e672d" providerId="ADAL" clId="{405D5206-AAFB-4782-A209-A2F11970FC2E}" dt="2024-10-15T06:35:13.742" v="339" actId="47"/>
        <pc:sldMkLst>
          <pc:docMk/>
          <pc:sldMk cId="778726058" sldId="285"/>
        </pc:sldMkLst>
      </pc:sldChg>
      <pc:sldChg chg="modSp mod">
        <pc:chgData name="한 지은" userId="c1d00ca1-8c44-47c7-9aa9-9e0cbc1e672d" providerId="ADAL" clId="{405D5206-AAFB-4782-A209-A2F11970FC2E}" dt="2024-10-15T06:23:10.496" v="286" actId="255"/>
        <pc:sldMkLst>
          <pc:docMk/>
          <pc:sldMk cId="3494771515" sldId="287"/>
        </pc:sldMkLst>
      </pc:sldChg>
      <pc:sldChg chg="addSp delSp modSp mod">
        <pc:chgData name="한 지은" userId="c1d00ca1-8c44-47c7-9aa9-9e0cbc1e672d" providerId="ADAL" clId="{405D5206-AAFB-4782-A209-A2F11970FC2E}" dt="2024-10-15T06:40:40.602" v="405" actId="14100"/>
        <pc:sldMkLst>
          <pc:docMk/>
          <pc:sldMk cId="2679635049" sldId="288"/>
        </pc:sldMkLst>
      </pc:sldChg>
      <pc:sldChg chg="addSp delSp modSp mod">
        <pc:chgData name="한 지은" userId="c1d00ca1-8c44-47c7-9aa9-9e0cbc1e672d" providerId="ADAL" clId="{405D5206-AAFB-4782-A209-A2F11970FC2E}" dt="2024-10-15T06:43:15.283" v="448" actId="1036"/>
        <pc:sldMkLst>
          <pc:docMk/>
          <pc:sldMk cId="3738718532" sldId="289"/>
        </pc:sldMkLst>
      </pc:sldChg>
      <pc:sldChg chg="addSp delSp modSp mod">
        <pc:chgData name="한 지은" userId="c1d00ca1-8c44-47c7-9aa9-9e0cbc1e672d" providerId="ADAL" clId="{405D5206-AAFB-4782-A209-A2F11970FC2E}" dt="2024-10-15T07:11:24.289" v="799" actId="255"/>
        <pc:sldMkLst>
          <pc:docMk/>
          <pc:sldMk cId="791744955" sldId="293"/>
        </pc:sldMkLst>
      </pc:sldChg>
      <pc:sldChg chg="addSp delSp modSp mod">
        <pc:chgData name="한 지은" userId="c1d00ca1-8c44-47c7-9aa9-9e0cbc1e672d" providerId="ADAL" clId="{405D5206-AAFB-4782-A209-A2F11970FC2E}" dt="2024-10-15T06:47:32.457" v="513" actId="1036"/>
        <pc:sldMkLst>
          <pc:docMk/>
          <pc:sldMk cId="3859164368" sldId="296"/>
        </pc:sldMkLst>
      </pc:sldChg>
      <pc:sldChg chg="addSp delSp modSp mod">
        <pc:chgData name="한 지은" userId="c1d00ca1-8c44-47c7-9aa9-9e0cbc1e672d" providerId="ADAL" clId="{405D5206-AAFB-4782-A209-A2F11970FC2E}" dt="2024-10-15T06:59:33.078" v="697" actId="1035"/>
        <pc:sldMkLst>
          <pc:docMk/>
          <pc:sldMk cId="2592674594" sldId="297"/>
        </pc:sldMkLst>
      </pc:sldChg>
      <pc:sldChg chg="addSp delSp modSp mod">
        <pc:chgData name="한 지은" userId="c1d00ca1-8c44-47c7-9aa9-9e0cbc1e672d" providerId="ADAL" clId="{405D5206-AAFB-4782-A209-A2F11970FC2E}" dt="2024-10-15T06:56:47.198" v="670"/>
        <pc:sldMkLst>
          <pc:docMk/>
          <pc:sldMk cId="1998629780" sldId="300"/>
        </pc:sldMkLst>
      </pc:sldChg>
      <pc:sldChg chg="addSp delSp modSp mod">
        <pc:chgData name="한 지은" userId="c1d00ca1-8c44-47c7-9aa9-9e0cbc1e672d" providerId="ADAL" clId="{405D5206-AAFB-4782-A209-A2F11970FC2E}" dt="2024-10-15T06:48:22.558" v="527" actId="692"/>
        <pc:sldMkLst>
          <pc:docMk/>
          <pc:sldMk cId="4175357021" sldId="301"/>
        </pc:sldMkLst>
      </pc:sldChg>
      <pc:sldChg chg="addSp delSp modSp mod">
        <pc:chgData name="한 지은" userId="c1d00ca1-8c44-47c7-9aa9-9e0cbc1e672d" providerId="ADAL" clId="{405D5206-AAFB-4782-A209-A2F11970FC2E}" dt="2024-10-15T06:15:40.035" v="213" actId="478"/>
        <pc:sldMkLst>
          <pc:docMk/>
          <pc:sldMk cId="2793217083" sldId="302"/>
        </pc:sldMkLst>
      </pc:sldChg>
      <pc:sldChg chg="addSp delSp modSp mod">
        <pc:chgData name="한 지은" userId="c1d00ca1-8c44-47c7-9aa9-9e0cbc1e672d" providerId="ADAL" clId="{405D5206-AAFB-4782-A209-A2F11970FC2E}" dt="2024-10-15T07:54:07.159" v="1013" actId="478"/>
        <pc:sldMkLst>
          <pc:docMk/>
          <pc:sldMk cId="1990687422" sldId="303"/>
        </pc:sldMkLst>
      </pc:sldChg>
      <pc:sldChg chg="addSp delSp modSp mod">
        <pc:chgData name="한 지은" userId="c1d00ca1-8c44-47c7-9aa9-9e0cbc1e672d" providerId="ADAL" clId="{405D5206-AAFB-4782-A209-A2F11970FC2E}" dt="2024-10-15T07:04:36.758" v="715" actId="12789"/>
        <pc:sldMkLst>
          <pc:docMk/>
          <pc:sldMk cId="1999247309" sldId="304"/>
        </pc:sldMkLst>
      </pc:sldChg>
      <pc:sldChg chg="addSp delSp modSp mod">
        <pc:chgData name="한 지은" userId="c1d00ca1-8c44-47c7-9aa9-9e0cbc1e672d" providerId="ADAL" clId="{405D5206-AAFB-4782-A209-A2F11970FC2E}" dt="2024-10-15T07:05:43.740" v="734" actId="12789"/>
        <pc:sldMkLst>
          <pc:docMk/>
          <pc:sldMk cId="1959279078" sldId="305"/>
        </pc:sldMkLst>
      </pc:sldChg>
      <pc:sldChg chg="addSp delSp modSp mod">
        <pc:chgData name="한 지은" userId="c1d00ca1-8c44-47c7-9aa9-9e0cbc1e672d" providerId="ADAL" clId="{405D5206-AAFB-4782-A209-A2F11970FC2E}" dt="2024-10-15T07:12:44.873" v="822" actId="12789"/>
        <pc:sldMkLst>
          <pc:docMk/>
          <pc:sldMk cId="1555937685" sldId="306"/>
        </pc:sldMkLst>
      </pc:sldChg>
      <pc:sldChg chg="addSp delSp modSp mod">
        <pc:chgData name="한 지은" userId="c1d00ca1-8c44-47c7-9aa9-9e0cbc1e672d" providerId="ADAL" clId="{405D5206-AAFB-4782-A209-A2F11970FC2E}" dt="2024-10-15T06:57:16.268" v="677" actId="12789"/>
        <pc:sldMkLst>
          <pc:docMk/>
          <pc:sldMk cId="415007774" sldId="308"/>
        </pc:sldMkLst>
      </pc:sldChg>
      <pc:sldChg chg="addSp delSp modSp mod">
        <pc:chgData name="한 지은" userId="c1d00ca1-8c44-47c7-9aa9-9e0cbc1e672d" providerId="ADAL" clId="{405D5206-AAFB-4782-A209-A2F11970FC2E}" dt="2024-10-15T06:20:39.235" v="258"/>
        <pc:sldMkLst>
          <pc:docMk/>
          <pc:sldMk cId="1218858972" sldId="309"/>
        </pc:sldMkLst>
      </pc:sldChg>
      <pc:sldChg chg="addSp delSp modSp mod">
        <pc:chgData name="한 지은" userId="c1d00ca1-8c44-47c7-9aa9-9e0cbc1e672d" providerId="ADAL" clId="{405D5206-AAFB-4782-A209-A2F11970FC2E}" dt="2024-10-15T07:29:02.989" v="844" actId="255"/>
        <pc:sldMkLst>
          <pc:docMk/>
          <pc:sldMk cId="439808399" sldId="310"/>
        </pc:sldMkLst>
      </pc:sldChg>
      <pc:sldChg chg="addSp delSp modSp mod">
        <pc:chgData name="한 지은" userId="c1d00ca1-8c44-47c7-9aa9-9e0cbc1e672d" providerId="ADAL" clId="{405D5206-AAFB-4782-A209-A2F11970FC2E}" dt="2024-10-15T07:32:08.010" v="889" actId="207"/>
        <pc:sldMkLst>
          <pc:docMk/>
          <pc:sldMk cId="2925826524" sldId="312"/>
        </pc:sldMkLst>
      </pc:sldChg>
      <pc:sldChg chg="addSp delSp modSp mod">
        <pc:chgData name="한 지은" userId="c1d00ca1-8c44-47c7-9aa9-9e0cbc1e672d" providerId="ADAL" clId="{405D5206-AAFB-4782-A209-A2F11970FC2E}" dt="2024-10-15T07:34:25.732" v="919" actId="255"/>
        <pc:sldMkLst>
          <pc:docMk/>
          <pc:sldMk cId="3131406070" sldId="321"/>
        </pc:sldMkLst>
      </pc:sldChg>
      <pc:sldChg chg="addSp delSp modSp mod">
        <pc:chgData name="한 지은" userId="c1d00ca1-8c44-47c7-9aa9-9e0cbc1e672d" providerId="ADAL" clId="{405D5206-AAFB-4782-A209-A2F11970FC2E}" dt="2024-10-15T07:50:02.308" v="971" actId="1076"/>
        <pc:sldMkLst>
          <pc:docMk/>
          <pc:sldMk cId="3900197080" sldId="323"/>
        </pc:sldMkLst>
      </pc:sldChg>
      <pc:sldChg chg="addSp delSp modSp mod">
        <pc:chgData name="한 지은" userId="c1d00ca1-8c44-47c7-9aa9-9e0cbc1e672d" providerId="ADAL" clId="{405D5206-AAFB-4782-A209-A2F11970FC2E}" dt="2024-10-15T07:51:05.798" v="987" actId="12788"/>
        <pc:sldMkLst>
          <pc:docMk/>
          <pc:sldMk cId="1029708644" sldId="324"/>
        </pc:sldMkLst>
      </pc:sldChg>
      <pc:sldChg chg="addSp delSp modSp mod">
        <pc:chgData name="한 지은" userId="c1d00ca1-8c44-47c7-9aa9-9e0cbc1e672d" providerId="ADAL" clId="{405D5206-AAFB-4782-A209-A2F11970FC2E}" dt="2024-10-15T06:35:52.312" v="363" actId="21"/>
        <pc:sldMkLst>
          <pc:docMk/>
          <pc:sldMk cId="786564060" sldId="325"/>
        </pc:sldMkLst>
      </pc:sldChg>
      <pc:sldChg chg="addSp delSp modSp mod">
        <pc:chgData name="한 지은" userId="c1d00ca1-8c44-47c7-9aa9-9e0cbc1e672d" providerId="ADAL" clId="{405D5206-AAFB-4782-A209-A2F11970FC2E}" dt="2024-10-15T07:47:20.578" v="957" actId="478"/>
        <pc:sldMkLst>
          <pc:docMk/>
          <pc:sldMk cId="477878247" sldId="326"/>
        </pc:sldMkLst>
      </pc:sldChg>
      <pc:sldChg chg="addSp delSp modSp mod">
        <pc:chgData name="한 지은" userId="c1d00ca1-8c44-47c7-9aa9-9e0cbc1e672d" providerId="ADAL" clId="{405D5206-AAFB-4782-A209-A2F11970FC2E}" dt="2024-10-15T07:49:14.099" v="959" actId="255"/>
        <pc:sldMkLst>
          <pc:docMk/>
          <pc:sldMk cId="3495082168" sldId="327"/>
        </pc:sldMkLst>
      </pc:sldChg>
      <pc:sldChg chg="addSp delSp modSp mod">
        <pc:chgData name="한 지은" userId="c1d00ca1-8c44-47c7-9aa9-9e0cbc1e672d" providerId="ADAL" clId="{405D5206-AAFB-4782-A209-A2F11970FC2E}" dt="2024-10-15T07:35:49.805" v="941" actId="255"/>
        <pc:sldMkLst>
          <pc:docMk/>
          <pc:sldMk cId="3819761817" sldId="328"/>
        </pc:sldMkLst>
      </pc:sldChg>
      <pc:sldChg chg="addSp delSp modSp mod">
        <pc:chgData name="한 지은" userId="c1d00ca1-8c44-47c7-9aa9-9e0cbc1e672d" providerId="ADAL" clId="{405D5206-AAFB-4782-A209-A2F11970FC2E}" dt="2024-10-15T07:10:17.934" v="788" actId="1035"/>
        <pc:sldMkLst>
          <pc:docMk/>
          <pc:sldMk cId="22196804" sldId="329"/>
        </pc:sldMkLst>
      </pc:sldChg>
      <pc:sldChg chg="addSp delSp modSp mod">
        <pc:chgData name="한 지은" userId="c1d00ca1-8c44-47c7-9aa9-9e0cbc1e672d" providerId="ADAL" clId="{405D5206-AAFB-4782-A209-A2F11970FC2E}" dt="2024-10-15T07:11:43.100" v="804"/>
        <pc:sldMkLst>
          <pc:docMk/>
          <pc:sldMk cId="2304136416" sldId="330"/>
        </pc:sldMkLst>
      </pc:sldChg>
      <pc:sldChg chg="addSp delSp modSp mod">
        <pc:chgData name="한 지은" userId="c1d00ca1-8c44-47c7-9aa9-9e0cbc1e672d" providerId="ADAL" clId="{405D5206-AAFB-4782-A209-A2F11970FC2E}" dt="2024-10-15T07:33:09.862" v="905" actId="478"/>
        <pc:sldMkLst>
          <pc:docMk/>
          <pc:sldMk cId="2006246003" sldId="331"/>
        </pc:sldMkLst>
      </pc:sldChg>
      <pc:sldChg chg="addSp delSp modSp mod">
        <pc:chgData name="한 지은" userId="c1d00ca1-8c44-47c7-9aa9-9e0cbc1e672d" providerId="ADAL" clId="{405D5206-AAFB-4782-A209-A2F11970FC2E}" dt="2024-10-15T07:34:49.178" v="926"/>
        <pc:sldMkLst>
          <pc:docMk/>
          <pc:sldMk cId="2822638822" sldId="332"/>
        </pc:sldMkLst>
      </pc:sldChg>
      <pc:sldChg chg="addSp delSp modSp add mod">
        <pc:chgData name="한 지은" userId="c1d00ca1-8c44-47c7-9aa9-9e0cbc1e672d" providerId="ADAL" clId="{405D5206-AAFB-4782-A209-A2F11970FC2E}" dt="2024-10-15T06:36:00.147" v="366" actId="478"/>
        <pc:sldMkLst>
          <pc:docMk/>
          <pc:sldMk cId="3027361117" sldId="333"/>
        </pc:sldMkLst>
      </pc:sldChg>
      <pc:sldChg chg="new del">
        <pc:chgData name="한 지은" userId="c1d00ca1-8c44-47c7-9aa9-9e0cbc1e672d" providerId="ADAL" clId="{405D5206-AAFB-4782-A209-A2F11970FC2E}" dt="2024-10-15T07:57:52.075" v="1154" actId="680"/>
        <pc:sldMkLst>
          <pc:docMk/>
          <pc:sldMk cId="3832571798" sldId="334"/>
        </pc:sldMkLst>
      </pc:sldChg>
      <pc:sldChg chg="add del ord setBg">
        <pc:chgData name="한 지은" userId="c1d00ca1-8c44-47c7-9aa9-9e0cbc1e672d" providerId="ADAL" clId="{405D5206-AAFB-4782-A209-A2F11970FC2E}" dt="2024-10-29T06:53:52.794" v="1163"/>
        <pc:sldMkLst>
          <pc:docMk/>
          <pc:sldMk cId="3657056554" sldId="4195"/>
        </pc:sldMkLst>
      </pc:sldChg>
      <pc:sldChg chg="add del ord setBg">
        <pc:chgData name="한 지은" userId="c1d00ca1-8c44-47c7-9aa9-9e0cbc1e672d" providerId="ADAL" clId="{405D5206-AAFB-4782-A209-A2F11970FC2E}" dt="2024-10-29T06:53:52.794" v="1163"/>
        <pc:sldMkLst>
          <pc:docMk/>
          <pc:sldMk cId="1231257608" sldId="4196"/>
        </pc:sldMkLst>
      </pc:sldChg>
      <pc:sldMasterChg chg="modSldLayout">
        <pc:chgData name="한 지은" userId="c1d00ca1-8c44-47c7-9aa9-9e0cbc1e672d" providerId="ADAL" clId="{405D5206-AAFB-4782-A209-A2F11970FC2E}" dt="2024-10-15T07:57:46.311" v="1152" actId="478"/>
        <pc:sldMasterMkLst>
          <pc:docMk/>
          <pc:sldMasterMk cId="1397564653" sldId="2147483648"/>
        </pc:sldMasterMkLst>
        <pc:sldLayoutChg chg="addSp delSp modSp mod">
          <pc:chgData name="한 지은" userId="c1d00ca1-8c44-47c7-9aa9-9e0cbc1e672d" providerId="ADAL" clId="{405D5206-AAFB-4782-A209-A2F11970FC2E}" dt="2024-10-15T07:57:46.311" v="1152" actId="478"/>
          <pc:sldLayoutMkLst>
            <pc:docMk/>
            <pc:sldMasterMk cId="1397564653" sldId="2147483648"/>
            <pc:sldLayoutMk cId="4247855892" sldId="2147483656"/>
          </pc:sldLayoutMkLst>
        </pc:sldLayoutChg>
      </pc:sldMasterChg>
    </pc:docChg>
  </pc:docChgLst>
  <pc:docChgLst>
    <pc:chgData name="김 혜민" userId="e364d623-5a4f-4f60-8bad-4d1b46a797f3" providerId="ADAL" clId="{4980441C-45BA-4269-BC46-E6FF59758F09}"/>
    <pc:docChg chg="custSel addSld delSld modSld modSection">
      <pc:chgData name="김 혜민" userId="e364d623-5a4f-4f60-8bad-4d1b46a797f3" providerId="ADAL" clId="{4980441C-45BA-4269-BC46-E6FF59758F09}" dt="2024-11-04T01:21:44.963" v="2" actId="700"/>
      <pc:docMkLst>
        <pc:docMk/>
      </pc:docMkLst>
      <pc:sldChg chg="mod chgLayout">
        <pc:chgData name="김 혜민" userId="e364d623-5a4f-4f60-8bad-4d1b46a797f3" providerId="ADAL" clId="{4980441C-45BA-4269-BC46-E6FF59758F09}" dt="2024-11-04T01:21:44.963" v="2" actId="700"/>
        <pc:sldMkLst>
          <pc:docMk/>
          <pc:sldMk cId="3657056554" sldId="4195"/>
        </pc:sldMkLst>
      </pc:sldChg>
      <pc:sldChg chg="mod chgLayout">
        <pc:chgData name="김 혜민" userId="e364d623-5a4f-4f60-8bad-4d1b46a797f3" providerId="ADAL" clId="{4980441C-45BA-4269-BC46-E6FF59758F09}" dt="2024-11-04T01:21:44.963" v="2" actId="700"/>
        <pc:sldMkLst>
          <pc:docMk/>
          <pc:sldMk cId="1231257608" sldId="4196"/>
        </pc:sldMkLst>
      </pc:sldChg>
      <pc:sldChg chg="add del">
        <pc:chgData name="김 혜민" userId="e364d623-5a4f-4f60-8bad-4d1b46a797f3" providerId="ADAL" clId="{4980441C-45BA-4269-BC46-E6FF59758F09}" dt="2024-11-04T01:21:41.192" v="1" actId="47"/>
        <pc:sldMkLst>
          <pc:docMk/>
          <pc:sldMk cId="189301532" sldId="4376"/>
        </pc:sldMkLst>
      </pc:sldChg>
      <pc:sldChg chg="add del">
        <pc:chgData name="김 혜민" userId="e364d623-5a4f-4f60-8bad-4d1b46a797f3" providerId="ADAL" clId="{4980441C-45BA-4269-BC46-E6FF59758F09}" dt="2024-11-04T01:21:41.192" v="1" actId="47"/>
        <pc:sldMkLst>
          <pc:docMk/>
          <pc:sldMk cId="1148246317" sldId="4377"/>
        </pc:sldMkLst>
      </pc:sldChg>
      <pc:sldChg chg="add mod chgLayout">
        <pc:chgData name="김 혜민" userId="e364d623-5a4f-4f60-8bad-4d1b46a797f3" providerId="ADAL" clId="{4980441C-45BA-4269-BC46-E6FF59758F09}" dt="2024-11-04T01:21:44.963" v="2" actId="700"/>
        <pc:sldMkLst>
          <pc:docMk/>
          <pc:sldMk cId="2505228696" sldId="4378"/>
        </pc:sldMkLst>
      </pc:sldChg>
    </pc:docChg>
  </pc:docChgLst>
  <pc:docChgLst>
    <pc:chgData name="이 정민" userId="0e3071ae-5971-45b7-b1b8-12fa5ed0d92e" providerId="ADAL" clId="{C2F289C1-0A62-4256-93A7-4F65FF0ED1C7}"/>
    <pc:docChg chg="custSel modSld sldOrd delSection modSection">
      <pc:chgData name="이 정민" userId="0e3071ae-5971-45b7-b1b8-12fa5ed0d92e" providerId="ADAL" clId="{C2F289C1-0A62-4256-93A7-4F65FF0ED1C7}" dt="2024-07-18T07:06:03.174" v="44" actId="1037"/>
      <pc:docMkLst>
        <pc:docMk/>
      </pc:docMkLst>
      <pc:sldChg chg="addSp delSp modSp mod">
        <pc:chgData name="이 정민" userId="0e3071ae-5971-45b7-b1b8-12fa5ed0d92e" providerId="ADAL" clId="{C2F289C1-0A62-4256-93A7-4F65FF0ED1C7}" dt="2024-07-18T07:06:03.174" v="44" actId="1037"/>
        <pc:sldMkLst>
          <pc:docMk/>
          <pc:sldMk cId="2031712938" sldId="266"/>
        </pc:sldMkLst>
      </pc:sldChg>
      <pc:sldChg chg="addSp delSp modSp mod">
        <pc:chgData name="이 정민" userId="0e3071ae-5971-45b7-b1b8-12fa5ed0d92e" providerId="ADAL" clId="{C2F289C1-0A62-4256-93A7-4F65FF0ED1C7}" dt="2024-07-18T07:04:05.860" v="20"/>
        <pc:sldMkLst>
          <pc:docMk/>
          <pc:sldMk cId="778726058" sldId="285"/>
        </pc:sldMkLst>
      </pc:sldChg>
      <pc:sldChg chg="delSp modSp">
        <pc:chgData name="이 정민" userId="0e3071ae-5971-45b7-b1b8-12fa5ed0d92e" providerId="ADAL" clId="{C2F289C1-0A62-4256-93A7-4F65FF0ED1C7}" dt="2024-07-18T07:02:51.768" v="15" actId="165"/>
        <pc:sldMkLst>
          <pc:docMk/>
          <pc:sldMk cId="2925826524" sldId="312"/>
        </pc:sldMkLst>
      </pc:sldChg>
      <pc:sldChg chg="delSp modSp mod">
        <pc:chgData name="이 정민" userId="0e3071ae-5971-45b7-b1b8-12fa5ed0d92e" providerId="ADAL" clId="{C2F289C1-0A62-4256-93A7-4F65FF0ED1C7}" dt="2024-07-18T07:02:47.264" v="13" actId="165"/>
        <pc:sldMkLst>
          <pc:docMk/>
          <pc:sldMk cId="3131406070" sldId="321"/>
        </pc:sldMkLst>
      </pc:sldChg>
      <pc:sldChg chg="delSp mod">
        <pc:chgData name="이 정민" userId="0e3071ae-5971-45b7-b1b8-12fa5ed0d92e" providerId="ADAL" clId="{C2F289C1-0A62-4256-93A7-4F65FF0ED1C7}" dt="2024-07-18T07:01:53.315" v="7" actId="478"/>
        <pc:sldMkLst>
          <pc:docMk/>
          <pc:sldMk cId="3900197080" sldId="323"/>
        </pc:sldMkLst>
      </pc:sldChg>
      <pc:sldChg chg="addSp delSp modSp mod">
        <pc:chgData name="이 정민" userId="0e3071ae-5971-45b7-b1b8-12fa5ed0d92e" providerId="ADAL" clId="{C2F289C1-0A62-4256-93A7-4F65FF0ED1C7}" dt="2024-07-18T07:04:28.430" v="23" actId="478"/>
        <pc:sldMkLst>
          <pc:docMk/>
          <pc:sldMk cId="1029708644" sldId="324"/>
        </pc:sldMkLst>
      </pc:sldChg>
      <pc:sldChg chg="delSp modSp mod ord">
        <pc:chgData name="이 정민" userId="0e3071ae-5971-45b7-b1b8-12fa5ed0d92e" providerId="ADAL" clId="{C2F289C1-0A62-4256-93A7-4F65FF0ED1C7}" dt="2024-07-18T07:03:58.974" v="18"/>
        <pc:sldMkLst>
          <pc:docMk/>
          <pc:sldMk cId="786564060" sldId="325"/>
        </pc:sldMkLst>
      </pc:sldChg>
      <pc:sldChg chg="delSp modSp mod">
        <pc:chgData name="이 정민" userId="0e3071ae-5971-45b7-b1b8-12fa5ed0d92e" providerId="ADAL" clId="{C2F289C1-0A62-4256-93A7-4F65FF0ED1C7}" dt="2024-07-18T07:02:37.152" v="11" actId="165"/>
        <pc:sldMkLst>
          <pc:docMk/>
          <pc:sldMk cId="477878247" sldId="326"/>
        </pc:sldMkLst>
      </pc:sldChg>
      <pc:sldChg chg="delSp mod">
        <pc:chgData name="이 정민" userId="0e3071ae-5971-45b7-b1b8-12fa5ed0d92e" providerId="ADAL" clId="{C2F289C1-0A62-4256-93A7-4F65FF0ED1C7}" dt="2024-07-18T07:01:50.423" v="6" actId="478"/>
        <pc:sldMkLst>
          <pc:docMk/>
          <pc:sldMk cId="3495082168" sldId="327"/>
        </pc:sldMkLst>
      </pc:sldChg>
      <pc:sldChg chg="delSp mod">
        <pc:chgData name="이 정민" userId="0e3071ae-5971-45b7-b1b8-12fa5ed0d92e" providerId="ADAL" clId="{C2F289C1-0A62-4256-93A7-4F65FF0ED1C7}" dt="2024-07-18T07:01:47.280" v="3" actId="478"/>
        <pc:sldMkLst>
          <pc:docMk/>
          <pc:sldMk cId="3819761817" sldId="328"/>
        </pc:sldMkLst>
      </pc:sldChg>
      <pc:sldChg chg="delSp modSp mod">
        <pc:chgData name="이 정민" userId="0e3071ae-5971-45b7-b1b8-12fa5ed0d92e" providerId="ADAL" clId="{C2F289C1-0A62-4256-93A7-4F65FF0ED1C7}" dt="2024-07-18T07:02:49.303" v="14" actId="165"/>
        <pc:sldMkLst>
          <pc:docMk/>
          <pc:sldMk cId="2006246003" sldId="331"/>
        </pc:sldMkLst>
      </pc:sldChg>
      <pc:sldChg chg="delSp mod">
        <pc:chgData name="이 정민" userId="0e3071ae-5971-45b7-b1b8-12fa5ed0d92e" providerId="ADAL" clId="{C2F289C1-0A62-4256-93A7-4F65FF0ED1C7}" dt="2024-07-18T07:01:45.864" v="2" actId="478"/>
        <pc:sldMkLst>
          <pc:docMk/>
          <pc:sldMk cId="2822638822" sldId="332"/>
        </pc:sldMkLst>
      </pc:sldChg>
    </pc:docChg>
  </pc:docChgLst>
  <pc:docChgLst>
    <pc:chgData name="이 정민" userId="0e3071ae-5971-45b7-b1b8-12fa5ed0d92e" providerId="ADAL" clId="{B9889148-921E-480C-B103-74AF40EBC943}"/>
    <pc:docChg chg="undo custSel addSld delSld modSld modMainMaster modSection">
      <pc:chgData name="이 정민" userId="0e3071ae-5971-45b7-b1b8-12fa5ed0d92e" providerId="ADAL" clId="{B9889148-921E-480C-B103-74AF40EBC943}" dt="2024-11-06T07:19:11.979" v="483" actId="12788"/>
      <pc:docMkLst>
        <pc:docMk/>
      </pc:docMkLst>
      <pc:sldChg chg="mod modClrScheme chgLayout">
        <pc:chgData name="이 정민" userId="0e3071ae-5971-45b7-b1b8-12fa5ed0d92e" providerId="ADAL" clId="{B9889148-921E-480C-B103-74AF40EBC943}" dt="2024-10-25T00:38:48.391" v="0" actId="700"/>
        <pc:sldMkLst>
          <pc:docMk/>
          <pc:sldMk cId="4157217115" sldId="256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6:13.950" v="252" actId="478"/>
        <pc:sldMkLst>
          <pc:docMk/>
          <pc:sldMk cId="3647459083" sldId="257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2:07.360" v="178" actId="478"/>
        <pc:sldMkLst>
          <pc:docMk/>
          <pc:sldMk cId="3167896894" sldId="258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0:10.956" v="77"/>
        <pc:sldMkLst>
          <pc:docMk/>
          <pc:sldMk cId="1738848240" sldId="259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0:39.361" v="164" actId="478"/>
        <pc:sldMkLst>
          <pc:docMk/>
          <pc:sldMk cId="1048878356" sldId="260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550646018" sldId="261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48:40.627" v="70"/>
        <pc:sldMkLst>
          <pc:docMk/>
          <pc:sldMk cId="3043989579" sldId="262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7:32.111" v="120"/>
        <pc:sldMkLst>
          <pc:docMk/>
          <pc:sldMk cId="4111265420" sldId="264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8:38.637" v="296"/>
        <pc:sldMkLst>
          <pc:docMk/>
          <pc:sldMk cId="2276548930" sldId="265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5:34.680" v="239" actId="700"/>
        <pc:sldMkLst>
          <pc:docMk/>
          <pc:sldMk cId="2031712938" sldId="266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030652363" sldId="267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003541523" sldId="268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7:27.741" v="118" actId="700"/>
        <pc:sldMkLst>
          <pc:docMk/>
          <pc:sldMk cId="3089645521" sldId="271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101689048" sldId="273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6:06.992" v="109"/>
        <pc:sldMkLst>
          <pc:docMk/>
          <pc:sldMk cId="478170765" sldId="275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9:37.454" v="144"/>
        <pc:sldMkLst>
          <pc:docMk/>
          <pc:sldMk cId="314192008" sldId="278"/>
        </pc:sldMkLst>
      </pc:sldChg>
      <pc:sldChg chg="modSp mod chgLayout">
        <pc:chgData name="이 정민" userId="0e3071ae-5971-45b7-b1b8-12fa5ed0d92e" providerId="ADAL" clId="{B9889148-921E-480C-B103-74AF40EBC943}" dt="2024-10-25T00:48:06.721" v="63" actId="1076"/>
        <pc:sldMkLst>
          <pc:docMk/>
          <pc:sldMk cId="2756896986" sldId="279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940303154" sldId="280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42:00.276" v="31" actId="27614"/>
        <pc:sldMkLst>
          <pc:docMk/>
          <pc:sldMk cId="1386539027" sldId="281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45:55.591" v="61" actId="478"/>
        <pc:sldMkLst>
          <pc:docMk/>
          <pc:sldMk cId="3305249370" sldId="282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068840036" sldId="283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3:33.751" v="84"/>
        <pc:sldMkLst>
          <pc:docMk/>
          <pc:sldMk cId="3494771515" sldId="287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9:08.209" v="137" actId="478"/>
        <pc:sldMkLst>
          <pc:docMk/>
          <pc:sldMk cId="2679635049" sldId="288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738718532" sldId="289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1:27.884" v="336" actId="478"/>
        <pc:sldMkLst>
          <pc:docMk/>
          <pc:sldMk cId="791744955" sldId="293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859164368" sldId="296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2592674594" sldId="297"/>
        </pc:sldMkLst>
      </pc:sldChg>
      <pc:sldChg chg="addSp delSp modSp mod modClrScheme chgLayout">
        <pc:chgData name="이 정민" userId="0e3071ae-5971-45b7-b1b8-12fa5ed0d92e" providerId="ADAL" clId="{B9889148-921E-480C-B103-74AF40EBC943}" dt="2024-10-30T05:48:20.535" v="480" actId="167"/>
        <pc:sldMkLst>
          <pc:docMk/>
          <pc:sldMk cId="1998629780" sldId="300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4175357021" sldId="301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2793217083" sldId="302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1990687422" sldId="303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7:35.211" v="278" actId="478"/>
        <pc:sldMkLst>
          <pc:docMk/>
          <pc:sldMk cId="1999247309" sldId="304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7:58.580" v="286"/>
        <pc:sldMkLst>
          <pc:docMk/>
          <pc:sldMk cId="1959279078" sldId="305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3:25.420" v="375"/>
        <pc:sldMkLst>
          <pc:docMk/>
          <pc:sldMk cId="1555937685" sldId="306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415007774" sldId="308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1218858972" sldId="309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4:11.751" v="398" actId="167"/>
        <pc:sldMkLst>
          <pc:docMk/>
          <pc:sldMk cId="439808399" sldId="310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2925826524" sldId="312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7:52.241" v="450" actId="478"/>
        <pc:sldMkLst>
          <pc:docMk/>
          <pc:sldMk cId="3131406070" sldId="321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3900197080" sldId="323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1029708644" sldId="324"/>
        </pc:sldMkLst>
      </pc:sldChg>
      <pc:sldChg chg="addSp delSp modSp mod modClrScheme chgLayout">
        <pc:chgData name="이 정민" userId="0e3071ae-5971-45b7-b1b8-12fa5ed0d92e" providerId="ADAL" clId="{B9889148-921E-480C-B103-74AF40EBC943}" dt="2024-10-25T00:53:54.702" v="91"/>
        <pc:sldMkLst>
          <pc:docMk/>
          <pc:sldMk cId="786564060" sldId="325"/>
        </pc:sldMkLst>
      </pc:sldChg>
      <pc:sldChg chg="mod chgLayout">
        <pc:chgData name="이 정민" userId="0e3071ae-5971-45b7-b1b8-12fa5ed0d92e" providerId="ADAL" clId="{B9889148-921E-480C-B103-74AF40EBC943}" dt="2024-10-25T00:38:48.391" v="0" actId="700"/>
        <pc:sldMkLst>
          <pc:docMk/>
          <pc:sldMk cId="477878247" sldId="326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9:42.440" v="478" actId="167"/>
        <pc:sldMkLst>
          <pc:docMk/>
          <pc:sldMk cId="3495082168" sldId="327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9:06.085" v="469" actId="478"/>
        <pc:sldMkLst>
          <pc:docMk/>
          <pc:sldMk cId="3819761817" sldId="328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09:45.690" v="309" actId="478"/>
        <pc:sldMkLst>
          <pc:docMk/>
          <pc:sldMk cId="22196804" sldId="329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3:03.401" v="367" actId="478"/>
        <pc:sldMkLst>
          <pc:docMk/>
          <pc:sldMk cId="2304136416" sldId="330"/>
        </pc:sldMkLst>
      </pc:sldChg>
      <pc:sldChg chg="addSp delSp modSp mod modClrScheme chgLayout">
        <pc:chgData name="이 정민" userId="0e3071ae-5971-45b7-b1b8-12fa5ed0d92e" providerId="ADAL" clId="{B9889148-921E-480C-B103-74AF40EBC943}" dt="2024-10-25T01:15:54.421" v="415" actId="167"/>
        <pc:sldMkLst>
          <pc:docMk/>
          <pc:sldMk cId="2006246003" sldId="331"/>
        </pc:sldMkLst>
      </pc:sldChg>
      <pc:sldChg chg="modSp mod chgLayout">
        <pc:chgData name="이 정민" userId="0e3071ae-5971-45b7-b1b8-12fa5ed0d92e" providerId="ADAL" clId="{B9889148-921E-480C-B103-74AF40EBC943}" dt="2024-11-06T07:19:11.979" v="483" actId="12788"/>
        <pc:sldMkLst>
          <pc:docMk/>
          <pc:sldMk cId="2822638822" sldId="332"/>
        </pc:sldMkLst>
        <pc:spChg chg="mod">
          <ac:chgData name="이 정민" userId="0e3071ae-5971-45b7-b1b8-12fa5ed0d92e" providerId="ADAL" clId="{B9889148-921E-480C-B103-74AF40EBC943}" dt="2024-11-06T07:19:11.979" v="483" actId="12788"/>
          <ac:spMkLst>
            <pc:docMk/>
            <pc:sldMk cId="2822638822" sldId="332"/>
            <ac:spMk id="34" creationId="{0EBB7E43-2212-BC1E-E53B-47EFF5B2E6F7}"/>
          </ac:spMkLst>
        </pc:spChg>
        <pc:spChg chg="mod">
          <ac:chgData name="이 정민" userId="0e3071ae-5971-45b7-b1b8-12fa5ed0d92e" providerId="ADAL" clId="{B9889148-921E-480C-B103-74AF40EBC943}" dt="2024-11-06T07:19:11.979" v="483" actId="12788"/>
          <ac:spMkLst>
            <pc:docMk/>
            <pc:sldMk cId="2822638822" sldId="332"/>
            <ac:spMk id="36" creationId="{92D97C08-F8D0-E410-8156-7E3B2D7A1266}"/>
          </ac:spMkLst>
        </pc:spChg>
        <pc:graphicFrameChg chg="mod">
          <ac:chgData name="이 정민" userId="0e3071ae-5971-45b7-b1b8-12fa5ed0d92e" providerId="ADAL" clId="{B9889148-921E-480C-B103-74AF40EBC943}" dt="2024-11-06T07:19:03.289" v="481" actId="2711"/>
          <ac:graphicFrameMkLst>
            <pc:docMk/>
            <pc:sldMk cId="2822638822" sldId="332"/>
            <ac:graphicFrameMk id="18" creationId="{7F89FDE6-E595-2E11-D202-4AA78784A66A}"/>
          </ac:graphicFrameMkLst>
        </pc:graphicFrameChg>
      </pc:sldChg>
      <pc:sldChg chg="addSp delSp modSp mod modClrScheme chgLayout">
        <pc:chgData name="이 정민" userId="0e3071ae-5971-45b7-b1b8-12fa5ed0d92e" providerId="ADAL" clId="{B9889148-921E-480C-B103-74AF40EBC943}" dt="2024-10-25T00:55:43.540" v="100" actId="478"/>
        <pc:sldMkLst>
          <pc:docMk/>
          <pc:sldMk cId="3027361117" sldId="333"/>
        </pc:sldMkLst>
      </pc:sldChg>
      <pc:sldChg chg="new del">
        <pc:chgData name="이 정민" userId="0e3071ae-5971-45b7-b1b8-12fa5ed0d92e" providerId="ADAL" clId="{B9889148-921E-480C-B103-74AF40EBC943}" dt="2024-10-25T00:57:20.222" v="116" actId="680"/>
        <pc:sldMkLst>
          <pc:docMk/>
          <pc:sldMk cId="4061419725" sldId="334"/>
        </pc:sldMkLst>
      </pc:sldChg>
      <pc:sldMasterChg chg="addSldLayout modSldLayout sldLayoutOrd">
        <pc:chgData name="이 정민" userId="0e3071ae-5971-45b7-b1b8-12fa5ed0d92e" providerId="ADAL" clId="{B9889148-921E-480C-B103-74AF40EBC943}" dt="2024-10-25T01:19:31.554" v="474"/>
        <pc:sldMasterMkLst>
          <pc:docMk/>
          <pc:sldMasterMk cId="1397564653" sldId="2147483648"/>
        </pc:sldMasterMkLst>
        <pc:sldLayoutChg chg="addSp delSp modSp mod">
          <pc:chgData name="이 정민" userId="0e3071ae-5971-45b7-b1b8-12fa5ed0d92e" providerId="ADAL" clId="{B9889148-921E-480C-B103-74AF40EBC943}" dt="2024-10-25T00:41:25.503" v="21" actId="478"/>
          <pc:sldLayoutMkLst>
            <pc:docMk/>
            <pc:sldMasterMk cId="1397564653" sldId="2147483648"/>
            <pc:sldLayoutMk cId="2342768429" sldId="2147483655"/>
          </pc:sldLayoutMkLst>
        </pc:sldLayoutChg>
        <pc:sldLayoutChg chg="addSp modSp add mod ord modTransition">
          <pc:chgData name="이 정민" userId="0e3071ae-5971-45b7-b1b8-12fa5ed0d92e" providerId="ADAL" clId="{B9889148-921E-480C-B103-74AF40EBC943}" dt="2024-10-25T00:41:26.853" v="22"/>
          <pc:sldLayoutMkLst>
            <pc:docMk/>
            <pc:sldMasterMk cId="1397564653" sldId="2147483648"/>
            <pc:sldLayoutMk cId="2349617314" sldId="2147483657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45:27.481" v="46" actId="478"/>
          <pc:sldLayoutMkLst>
            <pc:docMk/>
            <pc:sldMasterMk cId="1397564653" sldId="2147483648"/>
            <pc:sldLayoutMk cId="1044603547" sldId="2147483658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48:29.841" v="67"/>
          <pc:sldLayoutMkLst>
            <pc:docMk/>
            <pc:sldMasterMk cId="1397564653" sldId="2147483648"/>
            <pc:sldLayoutMk cId="1542105542" sldId="2147483659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49:59.311" v="74"/>
          <pc:sldLayoutMkLst>
            <pc:docMk/>
            <pc:sldMasterMk cId="1397564653" sldId="2147483648"/>
            <pc:sldLayoutMk cId="792403099" sldId="2147483660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53:25.651" v="81"/>
          <pc:sldLayoutMkLst>
            <pc:docMk/>
            <pc:sldMasterMk cId="1397564653" sldId="2147483648"/>
            <pc:sldLayoutMk cId="774764182" sldId="2147483661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53:47.621" v="88"/>
          <pc:sldLayoutMkLst>
            <pc:docMk/>
            <pc:sldMasterMk cId="1397564653" sldId="2147483648"/>
            <pc:sldLayoutMk cId="207453872" sldId="2147483662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54:24.024" v="95"/>
          <pc:sldLayoutMkLst>
            <pc:docMk/>
            <pc:sldMasterMk cId="1397564653" sldId="2147483648"/>
            <pc:sldLayoutMk cId="2933808706" sldId="2147483663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55:57.861" v="104"/>
          <pc:sldLayoutMkLst>
            <pc:docMk/>
            <pc:sldMasterMk cId="1397564653" sldId="2147483648"/>
            <pc:sldLayoutMk cId="1944316957" sldId="2147483664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57:15.031" v="113"/>
          <pc:sldLayoutMkLst>
            <pc:docMk/>
            <pc:sldMasterMk cId="1397564653" sldId="2147483648"/>
            <pc:sldLayoutMk cId="1702868020" sldId="2147483665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58:48.299" v="130" actId="478"/>
          <pc:sldLayoutMkLst>
            <pc:docMk/>
            <pc:sldMasterMk cId="1397564653" sldId="2147483648"/>
            <pc:sldLayoutMk cId="2479591463" sldId="2147483666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0:59:27.631" v="141"/>
          <pc:sldLayoutMkLst>
            <pc:docMk/>
            <pc:sldMasterMk cId="1397564653" sldId="2147483648"/>
            <pc:sldLayoutMk cId="2485589127" sldId="2147483667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0:22.670" v="157" actId="478"/>
          <pc:sldLayoutMkLst>
            <pc:docMk/>
            <pc:sldMasterMk cId="1397564653" sldId="2147483648"/>
            <pc:sldLayoutMk cId="3798707388" sldId="2147483668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1:05.591" v="171"/>
          <pc:sldLayoutMkLst>
            <pc:docMk/>
            <pc:sldMasterMk cId="1397564653" sldId="2147483648"/>
            <pc:sldLayoutMk cId="4108398994" sldId="2147483669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5:24.771" v="236" actId="478"/>
          <pc:sldLayoutMkLst>
            <pc:docMk/>
            <pc:sldMasterMk cId="1397564653" sldId="2147483648"/>
            <pc:sldLayoutMk cId="772609022" sldId="2147483670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6:02.731" v="247"/>
          <pc:sldLayoutMkLst>
            <pc:docMk/>
            <pc:sldMasterMk cId="1397564653" sldId="2147483648"/>
            <pc:sldLayoutMk cId="3410907639" sldId="2147483671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8:18.061" v="293"/>
          <pc:sldLayoutMkLst>
            <pc:docMk/>
            <pc:sldMasterMk cId="1397564653" sldId="2147483648"/>
            <pc:sldLayoutMk cId="3704433121" sldId="2147483672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3:44.490" v="384"/>
          <pc:sldLayoutMkLst>
            <pc:docMk/>
            <pc:sldMasterMk cId="1397564653" sldId="2147483648"/>
            <pc:sldLayoutMk cId="1945311216" sldId="2147483673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6:29.630" v="258"/>
          <pc:sldLayoutMkLst>
            <pc:docMk/>
            <pc:sldMasterMk cId="1397564653" sldId="2147483648"/>
            <pc:sldLayoutMk cId="3476283446" sldId="2147483674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7:15.811" v="272"/>
          <pc:sldLayoutMkLst>
            <pc:docMk/>
            <pc:sldMasterMk cId="1397564653" sldId="2147483648"/>
            <pc:sldLayoutMk cId="3929112882" sldId="2147483675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7:49.502" v="282"/>
          <pc:sldLayoutMkLst>
            <pc:docMk/>
            <pc:sldMasterMk cId="1397564653" sldId="2147483648"/>
            <pc:sldLayoutMk cId="1051947040" sldId="2147483676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09:31.321" v="303"/>
          <pc:sldLayoutMkLst>
            <pc:docMk/>
            <pc:sldMasterMk cId="1397564653" sldId="2147483648"/>
            <pc:sldLayoutMk cId="1089423698" sldId="2147483677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0:59.867" v="323"/>
          <pc:sldLayoutMkLst>
            <pc:docMk/>
            <pc:sldMasterMk cId="1397564653" sldId="2147483648"/>
            <pc:sldLayoutMk cId="3688834067" sldId="2147483678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3:18.921" v="372"/>
          <pc:sldLayoutMkLst>
            <pc:docMk/>
            <pc:sldMasterMk cId="1397564653" sldId="2147483648"/>
            <pc:sldLayoutMk cId="1243126206" sldId="2147483679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2:30.171" v="353"/>
          <pc:sldLayoutMkLst>
            <pc:docMk/>
            <pc:sldMasterMk cId="1397564653" sldId="2147483648"/>
            <pc:sldLayoutMk cId="997625867" sldId="2147483680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4:49.530" v="408"/>
          <pc:sldLayoutMkLst>
            <pc:docMk/>
            <pc:sldMasterMk cId="1397564653" sldId="2147483648"/>
            <pc:sldLayoutMk cId="2908771923" sldId="2147483681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7:18.211" v="438"/>
          <pc:sldLayoutMkLst>
            <pc:docMk/>
            <pc:sldMasterMk cId="1397564653" sldId="2147483648"/>
            <pc:sldLayoutMk cId="3588236210" sldId="2147483682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8:42.164" v="460"/>
          <pc:sldLayoutMkLst>
            <pc:docMk/>
            <pc:sldMasterMk cId="1397564653" sldId="2147483648"/>
            <pc:sldLayoutMk cId="2059285448" sldId="2147483683"/>
          </pc:sldLayoutMkLst>
        </pc:sldLayoutChg>
        <pc:sldLayoutChg chg="addSp delSp modSp add mod modTransition">
          <pc:chgData name="이 정민" userId="0e3071ae-5971-45b7-b1b8-12fa5ed0d92e" providerId="ADAL" clId="{B9889148-921E-480C-B103-74AF40EBC943}" dt="2024-10-25T01:19:31.554" v="474"/>
          <pc:sldLayoutMkLst>
            <pc:docMk/>
            <pc:sldMasterMk cId="1397564653" sldId="2147483648"/>
            <pc:sldLayoutMk cId="369979403" sldId="2147483684"/>
          </pc:sldLayoutMkLst>
        </pc:sldLayoutChg>
        <pc:sldLayoutChg chg="add mod modTransition">
          <pc:chgData name="이 정민" userId="0e3071ae-5971-45b7-b1b8-12fa5ed0d92e" providerId="ADAL" clId="{B9889148-921E-480C-B103-74AF40EBC943}" dt="2024-10-25T01:19:17.661" v="470" actId="2890"/>
          <pc:sldLayoutMkLst>
            <pc:docMk/>
            <pc:sldMasterMk cId="1397564653" sldId="2147483648"/>
            <pc:sldLayoutMk cId="58739141" sldId="2147483685"/>
          </pc:sldLayoutMkLst>
        </pc:sldLayoutChg>
      </pc:sldMasterChg>
    </pc:docChg>
  </pc:docChgLst>
  <pc:docChgLst>
    <pc:chgData name="한 지은" userId="c1d00ca1-8c44-47c7-9aa9-9e0cbc1e672d" providerId="ADAL" clId="{2349F877-70B2-4466-BAAA-59255698EC2A}"/>
    <pc:docChg chg="undo custSel modSld">
      <pc:chgData name="한 지은" userId="c1d00ca1-8c44-47c7-9aa9-9e0cbc1e672d" providerId="ADAL" clId="{2349F877-70B2-4466-BAAA-59255698EC2A}" dt="2024-05-29T03:18:27.530" v="5" actId="478"/>
      <pc:docMkLst>
        <pc:docMk/>
      </pc:docMkLst>
      <pc:sldChg chg="addSp delSp modSp mod">
        <pc:chgData name="한 지은" userId="c1d00ca1-8c44-47c7-9aa9-9e0cbc1e672d" providerId="ADAL" clId="{2349F877-70B2-4466-BAAA-59255698EC2A}" dt="2024-05-29T03:18:27.530" v="5" actId="478"/>
        <pc:sldMkLst>
          <pc:docMk/>
          <pc:sldMk cId="314192008" sldId="278"/>
        </pc:sldMkLst>
      </pc:sldChg>
    </pc:docChg>
  </pc:docChgLst>
  <pc:docChgLst>
    <pc:chgData name="정태원" userId="b83db6e7-9ffa-471f-b7f6-89d85b45c552" providerId="ADAL" clId="{3D7809B7-26B2-444D-90C8-8D4EF05C1870}"/>
    <pc:docChg chg="undo custSel addSld delSld modSld modMainMaster modSection">
      <pc:chgData name="정태원" userId="b83db6e7-9ffa-471f-b7f6-89d85b45c552" providerId="ADAL" clId="{3D7809B7-26B2-444D-90C8-8D4EF05C1870}" dt="2024-10-22T04:58:27.307" v="180"/>
      <pc:docMkLst>
        <pc:docMk/>
      </pc:docMkLst>
      <pc:sldChg chg="modSp mod">
        <pc:chgData name="정태원" userId="b83db6e7-9ffa-471f-b7f6-89d85b45c552" providerId="ADAL" clId="{3D7809B7-26B2-444D-90C8-8D4EF05C1870}" dt="2024-10-21T03:39:27.396" v="38" actId="947"/>
        <pc:sldMkLst>
          <pc:docMk/>
          <pc:sldMk cId="2276548930" sldId="265"/>
        </pc:sldMkLst>
      </pc:sldChg>
      <pc:sldChg chg="delSp modSp">
        <pc:chgData name="정태원" userId="b83db6e7-9ffa-471f-b7f6-89d85b45c552" providerId="ADAL" clId="{3D7809B7-26B2-444D-90C8-8D4EF05C1870}" dt="2024-10-21T03:43:00.055" v="40" actId="165"/>
        <pc:sldMkLst>
          <pc:docMk/>
          <pc:sldMk cId="3003541523" sldId="268"/>
        </pc:sldMkLst>
      </pc:sldChg>
      <pc:sldChg chg="modSp mod">
        <pc:chgData name="정태원" userId="b83db6e7-9ffa-471f-b7f6-89d85b45c552" providerId="ADAL" clId="{3D7809B7-26B2-444D-90C8-8D4EF05C1870}" dt="2024-10-22T04:52:08.855" v="50" actId="1076"/>
        <pc:sldMkLst>
          <pc:docMk/>
          <pc:sldMk cId="1386539027" sldId="281"/>
        </pc:sldMkLst>
      </pc:sldChg>
      <pc:sldChg chg="modSp mod">
        <pc:chgData name="정태원" userId="b83db6e7-9ffa-471f-b7f6-89d85b45c552" providerId="ADAL" clId="{3D7809B7-26B2-444D-90C8-8D4EF05C1870}" dt="2024-10-22T04:58:03.957" v="179" actId="1076"/>
        <pc:sldMkLst>
          <pc:docMk/>
          <pc:sldMk cId="3305249370" sldId="282"/>
        </pc:sldMkLst>
      </pc:sldChg>
      <pc:sldChg chg="modSp mod">
        <pc:chgData name="정태원" userId="b83db6e7-9ffa-471f-b7f6-89d85b45c552" providerId="ADAL" clId="{3D7809B7-26B2-444D-90C8-8D4EF05C1870}" dt="2024-10-21T03:43:28.842" v="42" actId="1076"/>
        <pc:sldMkLst>
          <pc:docMk/>
          <pc:sldMk cId="3494771515" sldId="287"/>
        </pc:sldMkLst>
      </pc:sldChg>
      <pc:sldChg chg="modSp mod">
        <pc:chgData name="정태원" userId="b83db6e7-9ffa-471f-b7f6-89d85b45c552" providerId="ADAL" clId="{3D7809B7-26B2-444D-90C8-8D4EF05C1870}" dt="2024-10-22T04:58:27.307" v="180"/>
        <pc:sldMkLst>
          <pc:docMk/>
          <pc:sldMk cId="2679635049" sldId="288"/>
        </pc:sldMkLst>
      </pc:sldChg>
      <pc:sldChg chg="delSp modSp mod">
        <pc:chgData name="정태원" userId="b83db6e7-9ffa-471f-b7f6-89d85b45c552" providerId="ADAL" clId="{3D7809B7-26B2-444D-90C8-8D4EF05C1870}" dt="2024-10-22T04:25:51.937" v="48" actId="207"/>
        <pc:sldMkLst>
          <pc:docMk/>
          <pc:sldMk cId="1990687422" sldId="303"/>
        </pc:sldMkLst>
      </pc:sldChg>
      <pc:sldChg chg="addSp delSp modSp mod">
        <pc:chgData name="정태원" userId="b83db6e7-9ffa-471f-b7f6-89d85b45c552" providerId="ADAL" clId="{3D7809B7-26B2-444D-90C8-8D4EF05C1870}" dt="2024-10-21T03:38:18.030" v="33" actId="1035"/>
        <pc:sldMkLst>
          <pc:docMk/>
          <pc:sldMk cId="1029708644" sldId="324"/>
        </pc:sldMkLst>
      </pc:sldChg>
      <pc:sldChg chg="modSp mod">
        <pc:chgData name="정태원" userId="b83db6e7-9ffa-471f-b7f6-89d85b45c552" providerId="ADAL" clId="{3D7809B7-26B2-444D-90C8-8D4EF05C1870}" dt="2024-10-21T03:39:00.403" v="35" actId="1076"/>
        <pc:sldMkLst>
          <pc:docMk/>
          <pc:sldMk cId="22196804" sldId="329"/>
        </pc:sldMkLst>
      </pc:sldChg>
      <pc:sldChg chg="modSp mod">
        <pc:chgData name="정태원" userId="b83db6e7-9ffa-471f-b7f6-89d85b45c552" providerId="ADAL" clId="{3D7809B7-26B2-444D-90C8-8D4EF05C1870}" dt="2024-10-21T03:41:11.710" v="39" actId="3064"/>
        <pc:sldMkLst>
          <pc:docMk/>
          <pc:sldMk cId="2822638822" sldId="332"/>
        </pc:sldMkLst>
      </pc:sldChg>
      <pc:sldChg chg="modSp new del mod">
        <pc:chgData name="정태원" userId="b83db6e7-9ffa-471f-b7f6-89d85b45c552" providerId="ADAL" clId="{3D7809B7-26B2-444D-90C8-8D4EF05C1870}" dt="2024-10-22T04:57:38.273" v="177" actId="47"/>
        <pc:sldMkLst>
          <pc:docMk/>
          <pc:sldMk cId="1329151413" sldId="334"/>
        </pc:sldMkLst>
      </pc:sldChg>
      <pc:sldMasterChg chg="modSldLayout">
        <pc:chgData name="정태원" userId="b83db6e7-9ffa-471f-b7f6-89d85b45c552" providerId="ADAL" clId="{3D7809B7-26B2-444D-90C8-8D4EF05C1870}" dt="2024-10-22T04:57:24.521" v="163" actId="478"/>
        <pc:sldMasterMkLst>
          <pc:docMk/>
          <pc:sldMasterMk cId="1397564653" sldId="2147483648"/>
        </pc:sldMasterMkLst>
        <pc:sldLayoutChg chg="addSp delSp modSp mod">
          <pc:chgData name="정태원" userId="b83db6e7-9ffa-471f-b7f6-89d85b45c552" providerId="ADAL" clId="{3D7809B7-26B2-444D-90C8-8D4EF05C1870}" dt="2024-10-22T04:57:24.521" v="163" actId="478"/>
          <pc:sldLayoutMkLst>
            <pc:docMk/>
            <pc:sldMasterMk cId="1397564653" sldId="2147483648"/>
            <pc:sldLayoutMk cId="4247855892" sldId="214748365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60DAC60-58A3-1954-3707-AE6635A8AC9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5F833A6-42E1-4BCD-9399-20354AFA6E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4A1504-1B4C-41B8-8B22-14D68C6D1431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1E286B2-E356-D97E-4303-EC9DA435C1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294EC6B-47EB-A87D-3116-CBA04B5EBDC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849A06-F1D4-4FE7-86CD-E40980C8BB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32633949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06C0D6-C021-421E-B43B-3B9D8AF76B68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7C940-E799-4482-90CC-8228D8C1C5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5672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27684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텍스트 개체 틀 17">
            <a:extLst>
              <a:ext uri="{FF2B5EF4-FFF2-40B4-BE49-F238E27FC236}">
                <a16:creationId xmlns:a16="http://schemas.microsoft.com/office/drawing/2014/main" id="{45DBF889-1687-6363-B099-33A2AC0B1B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9958" y="888142"/>
            <a:ext cx="1366080" cy="251607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2023.02 ~ 2023.12</a:t>
            </a:r>
            <a:endParaRPr lang="ko-KR" altLang="en-US" dirty="0"/>
          </a:p>
        </p:txBody>
      </p:sp>
      <p:sp>
        <p:nvSpPr>
          <p:cNvPr id="21" name="텍스트 개체 틀 17">
            <a:extLst>
              <a:ext uri="{FF2B5EF4-FFF2-40B4-BE49-F238E27FC236}">
                <a16:creationId xmlns:a16="http://schemas.microsoft.com/office/drawing/2014/main" id="{FD6D0AA1-0481-3BE9-C1CA-CF47CD9CF9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5138" y="744666"/>
            <a:ext cx="1790875" cy="452432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ko-KR" altLang="en-US" sz="2600" dirty="0" smtClean="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sz="2600" dirty="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프로젝트 </a:t>
            </a:r>
            <a:r>
              <a:rPr lang="ko-KR" altLang="en-US" sz="2600" dirty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이름</a:t>
            </a: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0D212CD8-999D-B4BB-B212-689EDDB9B245}"/>
              </a:ext>
            </a:extLst>
          </p:cNvPr>
          <p:cNvSpPr/>
          <p:nvPr userDrawn="1"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EE44A2F2-0ABE-AA4C-5E15-5CDA55FFB5C1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465311" y="511402"/>
            <a:ext cx="2151551" cy="300082"/>
          </a:xfrm>
          <a:noFill/>
        </p:spPr>
        <p:txBody>
          <a:bodyPr wrap="none" rtlCol="0">
            <a:spAutoFit/>
          </a:bodyPr>
          <a:lstStyle>
            <a:lvl1pPr marL="0" indent="0">
              <a:buNone/>
              <a:defRPr lang="ko-KR" altLang="en-US" sz="1500" smtClean="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  <a:lvl2pPr>
              <a:defRPr lang="ko-KR" altLang="en-US" sz="1800" smtClean="0"/>
            </a:lvl2pPr>
            <a:lvl3pPr>
              <a:defRPr lang="ko-KR" altLang="en-US" sz="1800" smtClean="0"/>
            </a:lvl3pPr>
            <a:lvl4pPr>
              <a:defRPr lang="ko-KR" altLang="en-US" smtClean="0"/>
            </a:lvl4pPr>
            <a:lvl5pPr>
              <a:defRPr lang="ko-KR" altLang="en-US"/>
            </a:lvl5pPr>
          </a:lstStyle>
          <a:p>
            <a:pPr marL="0" marR="0" lvl="0" indent="0" algn="l" defTabSz="914400" rtl="0" eaLnBrk="1" fontAlgn="auto" latinLnBrk="1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프로젝트 부제를 입력해주세요</a:t>
            </a:r>
          </a:p>
        </p:txBody>
      </p:sp>
    </p:spTree>
    <p:extLst>
      <p:ext uri="{BB962C8B-B14F-4D97-AF65-F5344CB8AC3E}">
        <p14:creationId xmlns:p14="http://schemas.microsoft.com/office/powerpoint/2010/main" val="42478558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5" name="그림 개체 틀 4">
            <a:extLst>
              <a:ext uri="{FF2B5EF4-FFF2-40B4-BE49-F238E27FC236}">
                <a16:creationId xmlns:a16="http://schemas.microsoft.com/office/drawing/2014/main" id="{46BB7AA0-3920-223E-2B79-59EAD1CA8CD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72369" y="2486025"/>
            <a:ext cx="3439715" cy="4371975"/>
          </a:xfrm>
          <a:custGeom>
            <a:avLst/>
            <a:gdLst>
              <a:gd name="connsiteX0" fmla="*/ 0 w 3439715"/>
              <a:gd name="connsiteY0" fmla="*/ 0 h 4371975"/>
              <a:gd name="connsiteX1" fmla="*/ 3439715 w 3439715"/>
              <a:gd name="connsiteY1" fmla="*/ 0 h 4371975"/>
              <a:gd name="connsiteX2" fmla="*/ 3439715 w 3439715"/>
              <a:gd name="connsiteY2" fmla="*/ 4371975 h 4371975"/>
              <a:gd name="connsiteX3" fmla="*/ 0 w 3439715"/>
              <a:gd name="connsiteY3" fmla="*/ 4371975 h 4371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439715" h="4371975">
                <a:moveTo>
                  <a:pt x="0" y="0"/>
                </a:moveTo>
                <a:lnTo>
                  <a:pt x="3439715" y="0"/>
                </a:lnTo>
                <a:lnTo>
                  <a:pt x="3439715" y="4371975"/>
                </a:lnTo>
                <a:lnTo>
                  <a:pt x="0" y="437197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96173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2B70624B-E27A-457C-4512-46D87BB871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082125" y="745798"/>
            <a:ext cx="4825997" cy="6133978"/>
          </a:xfrm>
          <a:custGeom>
            <a:avLst/>
            <a:gdLst>
              <a:gd name="connsiteX0" fmla="*/ 0 w 4825997"/>
              <a:gd name="connsiteY0" fmla="*/ 0 h 6133978"/>
              <a:gd name="connsiteX1" fmla="*/ 4825997 w 4825997"/>
              <a:gd name="connsiteY1" fmla="*/ 0 h 6133978"/>
              <a:gd name="connsiteX2" fmla="*/ 4825997 w 4825997"/>
              <a:gd name="connsiteY2" fmla="*/ 6133978 h 6133978"/>
              <a:gd name="connsiteX3" fmla="*/ 0 w 4825997"/>
              <a:gd name="connsiteY3" fmla="*/ 6133978 h 613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5997" h="6133978">
                <a:moveTo>
                  <a:pt x="0" y="0"/>
                </a:moveTo>
                <a:lnTo>
                  <a:pt x="4825997" y="0"/>
                </a:lnTo>
                <a:lnTo>
                  <a:pt x="4825997" y="6133978"/>
                </a:lnTo>
                <a:lnTo>
                  <a:pt x="0" y="61339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5C4965C4-2F35-D4ED-7B28-857B6E07A32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25488" y="745798"/>
            <a:ext cx="4825997" cy="6133978"/>
          </a:xfrm>
          <a:custGeom>
            <a:avLst/>
            <a:gdLst>
              <a:gd name="connsiteX0" fmla="*/ 0 w 4825997"/>
              <a:gd name="connsiteY0" fmla="*/ 0 h 6133978"/>
              <a:gd name="connsiteX1" fmla="*/ 4825997 w 4825997"/>
              <a:gd name="connsiteY1" fmla="*/ 0 h 6133978"/>
              <a:gd name="connsiteX2" fmla="*/ 4825997 w 4825997"/>
              <a:gd name="connsiteY2" fmla="*/ 6133978 h 6133978"/>
              <a:gd name="connsiteX3" fmla="*/ 0 w 4825997"/>
              <a:gd name="connsiteY3" fmla="*/ 6133978 h 6133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25997" h="6133978">
                <a:moveTo>
                  <a:pt x="0" y="0"/>
                </a:moveTo>
                <a:lnTo>
                  <a:pt x="4825997" y="0"/>
                </a:lnTo>
                <a:lnTo>
                  <a:pt x="4825997" y="6133978"/>
                </a:lnTo>
                <a:lnTo>
                  <a:pt x="0" y="613397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46035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7F40C84D-BDDD-3244-CD9D-D8281C26CD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22134" y="2611510"/>
            <a:ext cx="1591624" cy="1434854"/>
          </a:xfrm>
          <a:custGeom>
            <a:avLst/>
            <a:gdLst>
              <a:gd name="connsiteX0" fmla="*/ 0 w 1591624"/>
              <a:gd name="connsiteY0" fmla="*/ 0 h 1434854"/>
              <a:gd name="connsiteX1" fmla="*/ 1591624 w 1591624"/>
              <a:gd name="connsiteY1" fmla="*/ 0 h 1434854"/>
              <a:gd name="connsiteX2" fmla="*/ 1591624 w 1591624"/>
              <a:gd name="connsiteY2" fmla="*/ 1434854 h 1434854"/>
              <a:gd name="connsiteX3" fmla="*/ 0 w 1591624"/>
              <a:gd name="connsiteY3" fmla="*/ 1434854 h 1434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91624" h="1434854">
                <a:moveTo>
                  <a:pt x="0" y="0"/>
                </a:moveTo>
                <a:lnTo>
                  <a:pt x="1591624" y="0"/>
                </a:lnTo>
                <a:lnTo>
                  <a:pt x="1591624" y="1434854"/>
                </a:lnTo>
                <a:lnTo>
                  <a:pt x="0" y="143485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2105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1078AABA-58B6-CAF7-8715-29DDD1964F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54798" y="-95744"/>
            <a:ext cx="4635830" cy="6953745"/>
          </a:xfrm>
          <a:custGeom>
            <a:avLst/>
            <a:gdLst>
              <a:gd name="connsiteX0" fmla="*/ 0 w 4635830"/>
              <a:gd name="connsiteY0" fmla="*/ 0 h 6953745"/>
              <a:gd name="connsiteX1" fmla="*/ 4635830 w 4635830"/>
              <a:gd name="connsiteY1" fmla="*/ 0 h 6953745"/>
              <a:gd name="connsiteX2" fmla="*/ 4635830 w 4635830"/>
              <a:gd name="connsiteY2" fmla="*/ 6953745 h 6953745"/>
              <a:gd name="connsiteX3" fmla="*/ 0 w 4635830"/>
              <a:gd name="connsiteY3" fmla="*/ 6953745 h 69537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35830" h="6953745">
                <a:moveTo>
                  <a:pt x="0" y="0"/>
                </a:moveTo>
                <a:lnTo>
                  <a:pt x="4635830" y="0"/>
                </a:lnTo>
                <a:lnTo>
                  <a:pt x="4635830" y="6953745"/>
                </a:lnTo>
                <a:lnTo>
                  <a:pt x="0" y="6953745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24030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C132A2B2-AC00-D0F7-6B4C-2F6229E369D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77419" y="-47075"/>
            <a:ext cx="2665871" cy="3171061"/>
          </a:xfrm>
          <a:custGeom>
            <a:avLst/>
            <a:gdLst>
              <a:gd name="connsiteX0" fmla="*/ 0 w 2665871"/>
              <a:gd name="connsiteY0" fmla="*/ 0 h 3171061"/>
              <a:gd name="connsiteX1" fmla="*/ 2665871 w 2665871"/>
              <a:gd name="connsiteY1" fmla="*/ 0 h 3171061"/>
              <a:gd name="connsiteX2" fmla="*/ 2665871 w 2665871"/>
              <a:gd name="connsiteY2" fmla="*/ 3171061 h 3171061"/>
              <a:gd name="connsiteX3" fmla="*/ 0 w 2665871"/>
              <a:gd name="connsiteY3" fmla="*/ 3171061 h 31710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65871" h="3171061">
                <a:moveTo>
                  <a:pt x="0" y="0"/>
                </a:moveTo>
                <a:lnTo>
                  <a:pt x="2665871" y="0"/>
                </a:lnTo>
                <a:lnTo>
                  <a:pt x="2665871" y="3171061"/>
                </a:lnTo>
                <a:lnTo>
                  <a:pt x="0" y="317106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641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CB4CEAA-74BA-AA0E-A47C-F19A13785A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7591" y="2663265"/>
            <a:ext cx="3060084" cy="2040056"/>
          </a:xfrm>
          <a:custGeom>
            <a:avLst/>
            <a:gdLst>
              <a:gd name="connsiteX0" fmla="*/ 0 w 3060084"/>
              <a:gd name="connsiteY0" fmla="*/ 0 h 2040056"/>
              <a:gd name="connsiteX1" fmla="*/ 3060084 w 3060084"/>
              <a:gd name="connsiteY1" fmla="*/ 0 h 2040056"/>
              <a:gd name="connsiteX2" fmla="*/ 3060084 w 3060084"/>
              <a:gd name="connsiteY2" fmla="*/ 2040056 h 2040056"/>
              <a:gd name="connsiteX3" fmla="*/ 0 w 3060084"/>
              <a:gd name="connsiteY3" fmla="*/ 2040056 h 20400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0084" h="2040056">
                <a:moveTo>
                  <a:pt x="0" y="0"/>
                </a:moveTo>
                <a:lnTo>
                  <a:pt x="3060084" y="0"/>
                </a:lnTo>
                <a:lnTo>
                  <a:pt x="3060084" y="2040056"/>
                </a:lnTo>
                <a:lnTo>
                  <a:pt x="0" y="204005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453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EB58B291-2961-BCFF-F7CE-F104A3EDB1A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8554" y="2660013"/>
            <a:ext cx="3060084" cy="2172111"/>
          </a:xfrm>
          <a:custGeom>
            <a:avLst/>
            <a:gdLst>
              <a:gd name="connsiteX0" fmla="*/ 0 w 3060084"/>
              <a:gd name="connsiteY0" fmla="*/ 0 h 2172111"/>
              <a:gd name="connsiteX1" fmla="*/ 3060084 w 3060084"/>
              <a:gd name="connsiteY1" fmla="*/ 0 h 2172111"/>
              <a:gd name="connsiteX2" fmla="*/ 3060084 w 3060084"/>
              <a:gd name="connsiteY2" fmla="*/ 2172111 h 2172111"/>
              <a:gd name="connsiteX3" fmla="*/ 0 w 3060084"/>
              <a:gd name="connsiteY3" fmla="*/ 2172111 h 2172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60084" h="2172111">
                <a:moveTo>
                  <a:pt x="0" y="0"/>
                </a:moveTo>
                <a:lnTo>
                  <a:pt x="3060084" y="0"/>
                </a:lnTo>
                <a:lnTo>
                  <a:pt x="3060084" y="2172111"/>
                </a:lnTo>
                <a:lnTo>
                  <a:pt x="0" y="2172111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338087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F9D2AEFD-BAF0-1021-CBAA-3C6D69EBF94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876789" y="0"/>
            <a:ext cx="5315211" cy="6858000"/>
          </a:xfrm>
          <a:custGeom>
            <a:avLst/>
            <a:gdLst>
              <a:gd name="connsiteX0" fmla="*/ 0 w 5315211"/>
              <a:gd name="connsiteY0" fmla="*/ 0 h 6858000"/>
              <a:gd name="connsiteX1" fmla="*/ 5315211 w 5315211"/>
              <a:gd name="connsiteY1" fmla="*/ 0 h 6858000"/>
              <a:gd name="connsiteX2" fmla="*/ 5315211 w 5315211"/>
              <a:gd name="connsiteY2" fmla="*/ 6858000 h 6858000"/>
              <a:gd name="connsiteX3" fmla="*/ 0 w 531521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5211" h="6858000">
                <a:moveTo>
                  <a:pt x="0" y="0"/>
                </a:moveTo>
                <a:lnTo>
                  <a:pt x="5315211" y="0"/>
                </a:lnTo>
                <a:lnTo>
                  <a:pt x="5315211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4316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6B03E451-FE91-AEDD-AD96-E60EF72F0DD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490" y="1753310"/>
            <a:ext cx="3143232" cy="2095488"/>
          </a:xfrm>
          <a:custGeom>
            <a:avLst/>
            <a:gdLst>
              <a:gd name="connsiteX0" fmla="*/ 0 w 3143232"/>
              <a:gd name="connsiteY0" fmla="*/ 0 h 2095488"/>
              <a:gd name="connsiteX1" fmla="*/ 3143232 w 3143232"/>
              <a:gd name="connsiteY1" fmla="*/ 0 h 2095488"/>
              <a:gd name="connsiteX2" fmla="*/ 3143232 w 3143232"/>
              <a:gd name="connsiteY2" fmla="*/ 2095488 h 2095488"/>
              <a:gd name="connsiteX3" fmla="*/ 0 w 3143232"/>
              <a:gd name="connsiteY3" fmla="*/ 2095488 h 20954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43232" h="2095488">
                <a:moveTo>
                  <a:pt x="0" y="0"/>
                </a:moveTo>
                <a:lnTo>
                  <a:pt x="3143232" y="0"/>
                </a:lnTo>
                <a:lnTo>
                  <a:pt x="3143232" y="2095488"/>
                </a:lnTo>
                <a:lnTo>
                  <a:pt x="0" y="209548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2868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22DFD6A0-EA62-03D8-0F4E-C669C2A664B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589788" y="877849"/>
            <a:ext cx="1240528" cy="1275560"/>
          </a:xfrm>
          <a:custGeom>
            <a:avLst/>
            <a:gdLst>
              <a:gd name="connsiteX0" fmla="*/ 620264 w 1240528"/>
              <a:gd name="connsiteY0" fmla="*/ 0 h 1275560"/>
              <a:gd name="connsiteX1" fmla="*/ 1240528 w 1240528"/>
              <a:gd name="connsiteY1" fmla="*/ 637780 h 1275560"/>
              <a:gd name="connsiteX2" fmla="*/ 620264 w 1240528"/>
              <a:gd name="connsiteY2" fmla="*/ 1275560 h 1275560"/>
              <a:gd name="connsiteX3" fmla="*/ 0 w 1240528"/>
              <a:gd name="connsiteY3" fmla="*/ 637780 h 1275560"/>
              <a:gd name="connsiteX4" fmla="*/ 620264 w 1240528"/>
              <a:gd name="connsiteY4" fmla="*/ 0 h 12755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40528" h="1275560">
                <a:moveTo>
                  <a:pt x="620264" y="0"/>
                </a:moveTo>
                <a:cubicBezTo>
                  <a:pt x="962826" y="0"/>
                  <a:pt x="1240528" y="285544"/>
                  <a:pt x="1240528" y="637780"/>
                </a:cubicBezTo>
                <a:cubicBezTo>
                  <a:pt x="1240528" y="990016"/>
                  <a:pt x="962826" y="1275560"/>
                  <a:pt x="620264" y="1275560"/>
                </a:cubicBezTo>
                <a:cubicBezTo>
                  <a:pt x="277702" y="1275560"/>
                  <a:pt x="0" y="990016"/>
                  <a:pt x="0" y="637780"/>
                </a:cubicBezTo>
                <a:cubicBezTo>
                  <a:pt x="0" y="285544"/>
                  <a:pt x="277702" y="0"/>
                  <a:pt x="620264" y="0"/>
                </a:cubicBezTo>
                <a:close/>
              </a:path>
            </a:pathLst>
          </a:custGeom>
          <a:ln w="38100">
            <a:solidFill>
              <a:schemeClr val="bg1">
                <a:lumMod val="75000"/>
              </a:schemeClr>
            </a:solidFill>
          </a:ln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E158FF6A-D681-DEAA-D7DA-5B0969906BE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66376" y="877851"/>
            <a:ext cx="4304335" cy="4646539"/>
          </a:xfrm>
          <a:custGeom>
            <a:avLst/>
            <a:gdLst>
              <a:gd name="connsiteX0" fmla="*/ 0 w 4304335"/>
              <a:gd name="connsiteY0" fmla="*/ 0 h 4646539"/>
              <a:gd name="connsiteX1" fmla="*/ 4304335 w 4304335"/>
              <a:gd name="connsiteY1" fmla="*/ 0 h 4646539"/>
              <a:gd name="connsiteX2" fmla="*/ 4304335 w 4304335"/>
              <a:gd name="connsiteY2" fmla="*/ 4646539 h 4646539"/>
              <a:gd name="connsiteX3" fmla="*/ 0 w 4304335"/>
              <a:gd name="connsiteY3" fmla="*/ 4646539 h 464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04335" h="4646539">
                <a:moveTo>
                  <a:pt x="0" y="0"/>
                </a:moveTo>
                <a:lnTo>
                  <a:pt x="4304335" y="0"/>
                </a:lnTo>
                <a:lnTo>
                  <a:pt x="4304335" y="4646539"/>
                </a:lnTo>
                <a:lnTo>
                  <a:pt x="0" y="464653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5914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D1110AEB-8784-1AC5-DB68-0DEC6F3F9C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1" y="1165560"/>
            <a:ext cx="3779083" cy="5179678"/>
          </a:xfrm>
          <a:custGeom>
            <a:avLst/>
            <a:gdLst>
              <a:gd name="connsiteX0" fmla="*/ 208908 w 3779083"/>
              <a:gd name="connsiteY0" fmla="*/ 0 h 5179678"/>
              <a:gd name="connsiteX1" fmla="*/ 3570175 w 3779083"/>
              <a:gd name="connsiteY1" fmla="*/ 0 h 5179678"/>
              <a:gd name="connsiteX2" fmla="*/ 3779083 w 3779083"/>
              <a:gd name="connsiteY2" fmla="*/ 208908 h 5179678"/>
              <a:gd name="connsiteX3" fmla="*/ 3779083 w 3779083"/>
              <a:gd name="connsiteY3" fmla="*/ 4970770 h 5179678"/>
              <a:gd name="connsiteX4" fmla="*/ 3570175 w 3779083"/>
              <a:gd name="connsiteY4" fmla="*/ 5179678 h 5179678"/>
              <a:gd name="connsiteX5" fmla="*/ 208908 w 3779083"/>
              <a:gd name="connsiteY5" fmla="*/ 5179678 h 5179678"/>
              <a:gd name="connsiteX6" fmla="*/ 0 w 3779083"/>
              <a:gd name="connsiteY6" fmla="*/ 4970770 h 5179678"/>
              <a:gd name="connsiteX7" fmla="*/ 0 w 3779083"/>
              <a:gd name="connsiteY7" fmla="*/ 208908 h 5179678"/>
              <a:gd name="connsiteX8" fmla="*/ 208908 w 3779083"/>
              <a:gd name="connsiteY8" fmla="*/ 0 h 5179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779083" h="5179678">
                <a:moveTo>
                  <a:pt x="208908" y="0"/>
                </a:moveTo>
                <a:lnTo>
                  <a:pt x="3570175" y="0"/>
                </a:lnTo>
                <a:cubicBezTo>
                  <a:pt x="3685552" y="0"/>
                  <a:pt x="3779083" y="93531"/>
                  <a:pt x="3779083" y="208908"/>
                </a:cubicBezTo>
                <a:lnTo>
                  <a:pt x="3779083" y="4970770"/>
                </a:lnTo>
                <a:cubicBezTo>
                  <a:pt x="3779083" y="5086147"/>
                  <a:pt x="3685552" y="5179678"/>
                  <a:pt x="3570175" y="5179678"/>
                </a:cubicBezTo>
                <a:lnTo>
                  <a:pt x="208908" y="5179678"/>
                </a:lnTo>
                <a:cubicBezTo>
                  <a:pt x="93531" y="5179678"/>
                  <a:pt x="0" y="5086147"/>
                  <a:pt x="0" y="4970770"/>
                </a:cubicBezTo>
                <a:lnTo>
                  <a:pt x="0" y="208908"/>
                </a:lnTo>
                <a:cubicBezTo>
                  <a:pt x="0" y="93531"/>
                  <a:pt x="93531" y="0"/>
                  <a:pt x="208908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55891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7C0B17E7-2B27-9BC3-C71C-569B8B7C655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757852" y="2375209"/>
            <a:ext cx="2676295" cy="1745263"/>
          </a:xfrm>
          <a:custGeom>
            <a:avLst/>
            <a:gdLst>
              <a:gd name="connsiteX0" fmla="*/ 301226 w 2676295"/>
              <a:gd name="connsiteY0" fmla="*/ 0 h 1745263"/>
              <a:gd name="connsiteX1" fmla="*/ 2375069 w 2676295"/>
              <a:gd name="connsiteY1" fmla="*/ 0 h 1745263"/>
              <a:gd name="connsiteX2" fmla="*/ 2676295 w 2676295"/>
              <a:gd name="connsiteY2" fmla="*/ 301226 h 1745263"/>
              <a:gd name="connsiteX3" fmla="*/ 2676295 w 2676295"/>
              <a:gd name="connsiteY3" fmla="*/ 1745263 h 1745263"/>
              <a:gd name="connsiteX4" fmla="*/ 0 w 2676295"/>
              <a:gd name="connsiteY4" fmla="*/ 1745263 h 1745263"/>
              <a:gd name="connsiteX5" fmla="*/ 0 w 2676295"/>
              <a:gd name="connsiteY5" fmla="*/ 301226 h 1745263"/>
              <a:gd name="connsiteX6" fmla="*/ 301226 w 2676295"/>
              <a:gd name="connsiteY6" fmla="*/ 0 h 174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6295" h="1745263">
                <a:moveTo>
                  <a:pt x="301226" y="0"/>
                </a:moveTo>
                <a:lnTo>
                  <a:pt x="2375069" y="0"/>
                </a:lnTo>
                <a:cubicBezTo>
                  <a:pt x="2541432" y="0"/>
                  <a:pt x="2676295" y="134863"/>
                  <a:pt x="2676295" y="301226"/>
                </a:cubicBezTo>
                <a:lnTo>
                  <a:pt x="2676295" y="1745263"/>
                </a:lnTo>
                <a:lnTo>
                  <a:pt x="0" y="1745263"/>
                </a:lnTo>
                <a:lnTo>
                  <a:pt x="0" y="301226"/>
                </a:lnTo>
                <a:cubicBezTo>
                  <a:pt x="0" y="134863"/>
                  <a:pt x="134863" y="0"/>
                  <a:pt x="3012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E9D61E45-8A53-C5CD-31B8-B8D3207B76A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448906" y="2375209"/>
            <a:ext cx="2676295" cy="1745263"/>
          </a:xfrm>
          <a:custGeom>
            <a:avLst/>
            <a:gdLst>
              <a:gd name="connsiteX0" fmla="*/ 301226 w 2676295"/>
              <a:gd name="connsiteY0" fmla="*/ 0 h 1745263"/>
              <a:gd name="connsiteX1" fmla="*/ 2375069 w 2676295"/>
              <a:gd name="connsiteY1" fmla="*/ 0 h 1745263"/>
              <a:gd name="connsiteX2" fmla="*/ 2676295 w 2676295"/>
              <a:gd name="connsiteY2" fmla="*/ 301226 h 1745263"/>
              <a:gd name="connsiteX3" fmla="*/ 2676295 w 2676295"/>
              <a:gd name="connsiteY3" fmla="*/ 1745263 h 1745263"/>
              <a:gd name="connsiteX4" fmla="*/ 0 w 2676295"/>
              <a:gd name="connsiteY4" fmla="*/ 1745263 h 1745263"/>
              <a:gd name="connsiteX5" fmla="*/ 0 w 2676295"/>
              <a:gd name="connsiteY5" fmla="*/ 301226 h 1745263"/>
              <a:gd name="connsiteX6" fmla="*/ 301226 w 2676295"/>
              <a:gd name="connsiteY6" fmla="*/ 0 h 174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6295" h="1745263">
                <a:moveTo>
                  <a:pt x="301226" y="0"/>
                </a:moveTo>
                <a:lnTo>
                  <a:pt x="2375069" y="0"/>
                </a:lnTo>
                <a:cubicBezTo>
                  <a:pt x="2541432" y="0"/>
                  <a:pt x="2676295" y="134863"/>
                  <a:pt x="2676295" y="301226"/>
                </a:cubicBezTo>
                <a:lnTo>
                  <a:pt x="2676295" y="1745263"/>
                </a:lnTo>
                <a:lnTo>
                  <a:pt x="0" y="1745263"/>
                </a:lnTo>
                <a:lnTo>
                  <a:pt x="0" y="301226"/>
                </a:lnTo>
                <a:cubicBezTo>
                  <a:pt x="0" y="134863"/>
                  <a:pt x="134863" y="0"/>
                  <a:pt x="3012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7995058A-20CF-6B79-2744-210E17D0D63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77949" y="2375209"/>
            <a:ext cx="2676295" cy="1745263"/>
          </a:xfrm>
          <a:custGeom>
            <a:avLst/>
            <a:gdLst>
              <a:gd name="connsiteX0" fmla="*/ 301226 w 2676295"/>
              <a:gd name="connsiteY0" fmla="*/ 0 h 1745263"/>
              <a:gd name="connsiteX1" fmla="*/ 2375069 w 2676295"/>
              <a:gd name="connsiteY1" fmla="*/ 0 h 1745263"/>
              <a:gd name="connsiteX2" fmla="*/ 2676295 w 2676295"/>
              <a:gd name="connsiteY2" fmla="*/ 301226 h 1745263"/>
              <a:gd name="connsiteX3" fmla="*/ 2676295 w 2676295"/>
              <a:gd name="connsiteY3" fmla="*/ 1745263 h 1745263"/>
              <a:gd name="connsiteX4" fmla="*/ 0 w 2676295"/>
              <a:gd name="connsiteY4" fmla="*/ 1745263 h 1745263"/>
              <a:gd name="connsiteX5" fmla="*/ 0 w 2676295"/>
              <a:gd name="connsiteY5" fmla="*/ 301226 h 1745263"/>
              <a:gd name="connsiteX6" fmla="*/ 301226 w 2676295"/>
              <a:gd name="connsiteY6" fmla="*/ 0 h 17452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6295" h="1745263">
                <a:moveTo>
                  <a:pt x="301226" y="0"/>
                </a:moveTo>
                <a:lnTo>
                  <a:pt x="2375069" y="0"/>
                </a:lnTo>
                <a:cubicBezTo>
                  <a:pt x="2541432" y="0"/>
                  <a:pt x="2676295" y="134863"/>
                  <a:pt x="2676295" y="301226"/>
                </a:cubicBezTo>
                <a:lnTo>
                  <a:pt x="2676295" y="1745263"/>
                </a:lnTo>
                <a:lnTo>
                  <a:pt x="0" y="1745263"/>
                </a:lnTo>
                <a:lnTo>
                  <a:pt x="0" y="301226"/>
                </a:lnTo>
                <a:cubicBezTo>
                  <a:pt x="0" y="134863"/>
                  <a:pt x="134863" y="0"/>
                  <a:pt x="30122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87073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3A76E206-8D91-DE45-9A10-32BF2F64A27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207856" y="4028688"/>
            <a:ext cx="4865175" cy="2319034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8A12AD73-4AE6-43EF-9D42-CFB37D17CC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28726" y="1109966"/>
            <a:ext cx="4865175" cy="2319034"/>
          </a:xfrm>
          <a:custGeom>
            <a:avLst/>
            <a:gdLst>
              <a:gd name="connsiteX0" fmla="*/ 128196 w 4865175"/>
              <a:gd name="connsiteY0" fmla="*/ 0 h 2319034"/>
              <a:gd name="connsiteX1" fmla="*/ 4736979 w 4865175"/>
              <a:gd name="connsiteY1" fmla="*/ 0 h 2319034"/>
              <a:gd name="connsiteX2" fmla="*/ 4865175 w 4865175"/>
              <a:gd name="connsiteY2" fmla="*/ 128196 h 2319034"/>
              <a:gd name="connsiteX3" fmla="*/ 4865175 w 4865175"/>
              <a:gd name="connsiteY3" fmla="*/ 2190838 h 2319034"/>
              <a:gd name="connsiteX4" fmla="*/ 4736979 w 4865175"/>
              <a:gd name="connsiteY4" fmla="*/ 2319034 h 2319034"/>
              <a:gd name="connsiteX5" fmla="*/ 128196 w 4865175"/>
              <a:gd name="connsiteY5" fmla="*/ 2319034 h 2319034"/>
              <a:gd name="connsiteX6" fmla="*/ 0 w 4865175"/>
              <a:gd name="connsiteY6" fmla="*/ 2190838 h 2319034"/>
              <a:gd name="connsiteX7" fmla="*/ 0 w 4865175"/>
              <a:gd name="connsiteY7" fmla="*/ 128196 h 2319034"/>
              <a:gd name="connsiteX8" fmla="*/ 128196 w 4865175"/>
              <a:gd name="connsiteY8" fmla="*/ 0 h 23190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19034">
                <a:moveTo>
                  <a:pt x="128196" y="0"/>
                </a:moveTo>
                <a:lnTo>
                  <a:pt x="4736979" y="0"/>
                </a:lnTo>
                <a:cubicBezTo>
                  <a:pt x="4807780" y="0"/>
                  <a:pt x="4865175" y="57395"/>
                  <a:pt x="4865175" y="128196"/>
                </a:cubicBezTo>
                <a:lnTo>
                  <a:pt x="4865175" y="2190838"/>
                </a:lnTo>
                <a:cubicBezTo>
                  <a:pt x="4865175" y="2261639"/>
                  <a:pt x="4807780" y="2319034"/>
                  <a:pt x="4736979" y="2319034"/>
                </a:cubicBezTo>
                <a:lnTo>
                  <a:pt x="128196" y="2319034"/>
                </a:lnTo>
                <a:cubicBezTo>
                  <a:pt x="57395" y="2319034"/>
                  <a:pt x="0" y="2261639"/>
                  <a:pt x="0" y="2190838"/>
                </a:cubicBezTo>
                <a:lnTo>
                  <a:pt x="0" y="128196"/>
                </a:lnTo>
                <a:cubicBezTo>
                  <a:pt x="0" y="57395"/>
                  <a:pt x="57395" y="0"/>
                  <a:pt x="12819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3989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그림 개체 틀 16">
            <a:extLst>
              <a:ext uri="{FF2B5EF4-FFF2-40B4-BE49-F238E27FC236}">
                <a16:creationId xmlns:a16="http://schemas.microsoft.com/office/drawing/2014/main" id="{CE167516-1610-39FD-2494-E1CB00AD0B3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363603" y="2229218"/>
            <a:ext cx="3618749" cy="5159570"/>
          </a:xfrm>
          <a:custGeom>
            <a:avLst/>
            <a:gdLst>
              <a:gd name="connsiteX0" fmla="*/ 1699470 w 3618749"/>
              <a:gd name="connsiteY0" fmla="*/ 780 h 5159570"/>
              <a:gd name="connsiteX1" fmla="*/ 1840286 w 3618749"/>
              <a:gd name="connsiteY1" fmla="*/ 20000 h 5159570"/>
              <a:gd name="connsiteX2" fmla="*/ 3379393 w 3618749"/>
              <a:gd name="connsiteY2" fmla="*/ 557781 h 5159570"/>
              <a:gd name="connsiteX3" fmla="*/ 3598367 w 3618749"/>
              <a:gd name="connsiteY3" fmla="*/ 1015827 h 5159570"/>
              <a:gd name="connsiteX4" fmla="*/ 2235053 w 3618749"/>
              <a:gd name="connsiteY4" fmla="*/ 4917576 h 5159570"/>
              <a:gd name="connsiteX5" fmla="*/ 1778464 w 3618749"/>
              <a:gd name="connsiteY5" fmla="*/ 5139571 h 5159570"/>
              <a:gd name="connsiteX6" fmla="*/ 239358 w 3618749"/>
              <a:gd name="connsiteY6" fmla="*/ 4601790 h 5159570"/>
              <a:gd name="connsiteX7" fmla="*/ 20383 w 3618749"/>
              <a:gd name="connsiteY7" fmla="*/ 4143745 h 5159570"/>
              <a:gd name="connsiteX8" fmla="*/ 1383697 w 3618749"/>
              <a:gd name="connsiteY8" fmla="*/ 241997 h 5159570"/>
              <a:gd name="connsiteX9" fmla="*/ 1699470 w 3618749"/>
              <a:gd name="connsiteY9" fmla="*/ 780 h 5159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618749" h="5159570">
                <a:moveTo>
                  <a:pt x="1699470" y="780"/>
                </a:moveTo>
                <a:cubicBezTo>
                  <a:pt x="1745894" y="-2306"/>
                  <a:pt x="1793648" y="3704"/>
                  <a:pt x="1840286" y="20000"/>
                </a:cubicBezTo>
                <a:lnTo>
                  <a:pt x="3379393" y="557781"/>
                </a:lnTo>
                <a:cubicBezTo>
                  <a:pt x="3565944" y="622964"/>
                  <a:pt x="3663983" y="828039"/>
                  <a:pt x="3598367" y="1015827"/>
                </a:cubicBezTo>
                <a:lnTo>
                  <a:pt x="2235053" y="4917576"/>
                </a:lnTo>
                <a:cubicBezTo>
                  <a:pt x="2169437" y="5105364"/>
                  <a:pt x="1965016" y="5204754"/>
                  <a:pt x="1778464" y="5139571"/>
                </a:cubicBezTo>
                <a:lnTo>
                  <a:pt x="239358" y="4601790"/>
                </a:lnTo>
                <a:cubicBezTo>
                  <a:pt x="52806" y="4536607"/>
                  <a:pt x="-45232" y="4331534"/>
                  <a:pt x="20383" y="4143745"/>
                </a:cubicBezTo>
                <a:lnTo>
                  <a:pt x="1383697" y="241997"/>
                </a:lnTo>
                <a:cubicBezTo>
                  <a:pt x="1432909" y="101156"/>
                  <a:pt x="1560199" y="10037"/>
                  <a:pt x="1699470" y="78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85D1CFA-9930-1A95-BA85-989CFDBF59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8500" y="711065"/>
            <a:ext cx="2435393" cy="5005242"/>
          </a:xfrm>
          <a:custGeom>
            <a:avLst/>
            <a:gdLst>
              <a:gd name="connsiteX0" fmla="*/ 371446 w 2435393"/>
              <a:gd name="connsiteY0" fmla="*/ 0 h 5005242"/>
              <a:gd name="connsiteX1" fmla="*/ 2063947 w 2435393"/>
              <a:gd name="connsiteY1" fmla="*/ 0 h 5005242"/>
              <a:gd name="connsiteX2" fmla="*/ 2435393 w 2435393"/>
              <a:gd name="connsiteY2" fmla="*/ 371446 h 5005242"/>
              <a:gd name="connsiteX3" fmla="*/ 2435393 w 2435393"/>
              <a:gd name="connsiteY3" fmla="*/ 4633796 h 5005242"/>
              <a:gd name="connsiteX4" fmla="*/ 2063947 w 2435393"/>
              <a:gd name="connsiteY4" fmla="*/ 5005242 h 5005242"/>
              <a:gd name="connsiteX5" fmla="*/ 371446 w 2435393"/>
              <a:gd name="connsiteY5" fmla="*/ 5005242 h 5005242"/>
              <a:gd name="connsiteX6" fmla="*/ 0 w 2435393"/>
              <a:gd name="connsiteY6" fmla="*/ 4633796 h 5005242"/>
              <a:gd name="connsiteX7" fmla="*/ 0 w 2435393"/>
              <a:gd name="connsiteY7" fmla="*/ 371446 h 5005242"/>
              <a:gd name="connsiteX8" fmla="*/ 371446 w 2435393"/>
              <a:gd name="connsiteY8" fmla="*/ 0 h 50052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435393" h="5005242">
                <a:moveTo>
                  <a:pt x="371446" y="0"/>
                </a:moveTo>
                <a:lnTo>
                  <a:pt x="2063947" y="0"/>
                </a:lnTo>
                <a:cubicBezTo>
                  <a:pt x="2269091" y="0"/>
                  <a:pt x="2435393" y="166302"/>
                  <a:pt x="2435393" y="371446"/>
                </a:cubicBezTo>
                <a:lnTo>
                  <a:pt x="2435393" y="4633796"/>
                </a:lnTo>
                <a:cubicBezTo>
                  <a:pt x="2435393" y="4838940"/>
                  <a:pt x="2269091" y="5005242"/>
                  <a:pt x="2063947" y="5005242"/>
                </a:cubicBezTo>
                <a:lnTo>
                  <a:pt x="371446" y="5005242"/>
                </a:lnTo>
                <a:cubicBezTo>
                  <a:pt x="166302" y="5005242"/>
                  <a:pt x="0" y="4838940"/>
                  <a:pt x="0" y="4633796"/>
                </a:cubicBezTo>
                <a:lnTo>
                  <a:pt x="0" y="371446"/>
                </a:lnTo>
                <a:cubicBezTo>
                  <a:pt x="0" y="166302"/>
                  <a:pt x="166302" y="0"/>
                  <a:pt x="37144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6090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F2896FA2-D712-FC74-66E0-6E482D9DF7B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310032" y="3084215"/>
            <a:ext cx="2880000" cy="2880000"/>
          </a:xfrm>
          <a:custGeom>
            <a:avLst/>
            <a:gdLst>
              <a:gd name="connsiteX0" fmla="*/ 159206 w 2880000"/>
              <a:gd name="connsiteY0" fmla="*/ 0 h 2880000"/>
              <a:gd name="connsiteX1" fmla="*/ 2720794 w 2880000"/>
              <a:gd name="connsiteY1" fmla="*/ 0 h 2880000"/>
              <a:gd name="connsiteX2" fmla="*/ 2880000 w 2880000"/>
              <a:gd name="connsiteY2" fmla="*/ 159206 h 2880000"/>
              <a:gd name="connsiteX3" fmla="*/ 2880000 w 2880000"/>
              <a:gd name="connsiteY3" fmla="*/ 2720794 h 2880000"/>
              <a:gd name="connsiteX4" fmla="*/ 2720794 w 2880000"/>
              <a:gd name="connsiteY4" fmla="*/ 2880000 h 2880000"/>
              <a:gd name="connsiteX5" fmla="*/ 159206 w 2880000"/>
              <a:gd name="connsiteY5" fmla="*/ 2880000 h 2880000"/>
              <a:gd name="connsiteX6" fmla="*/ 0 w 2880000"/>
              <a:gd name="connsiteY6" fmla="*/ 2720794 h 2880000"/>
              <a:gd name="connsiteX7" fmla="*/ 0 w 2880000"/>
              <a:gd name="connsiteY7" fmla="*/ 159206 h 2880000"/>
              <a:gd name="connsiteX8" fmla="*/ 159206 w 2880000"/>
              <a:gd name="connsiteY8" fmla="*/ 0 h 288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80000" h="2880000">
                <a:moveTo>
                  <a:pt x="159206" y="0"/>
                </a:moveTo>
                <a:lnTo>
                  <a:pt x="2720794" y="0"/>
                </a:lnTo>
                <a:cubicBezTo>
                  <a:pt x="2808721" y="0"/>
                  <a:pt x="2880000" y="71279"/>
                  <a:pt x="2880000" y="159206"/>
                </a:cubicBezTo>
                <a:lnTo>
                  <a:pt x="2880000" y="2720794"/>
                </a:lnTo>
                <a:cubicBezTo>
                  <a:pt x="2880000" y="2808721"/>
                  <a:pt x="2808721" y="2880000"/>
                  <a:pt x="2720794" y="2880000"/>
                </a:cubicBezTo>
                <a:lnTo>
                  <a:pt x="159206" y="2880000"/>
                </a:lnTo>
                <a:cubicBezTo>
                  <a:pt x="71279" y="2880000"/>
                  <a:pt x="0" y="2808721"/>
                  <a:pt x="0" y="2720794"/>
                </a:cubicBezTo>
                <a:lnTo>
                  <a:pt x="0" y="159206"/>
                </a:lnTo>
                <a:cubicBezTo>
                  <a:pt x="0" y="71279"/>
                  <a:pt x="71279" y="0"/>
                  <a:pt x="15920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B961E4B9-3361-1F30-C641-06E57EA091F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24858" y="490388"/>
            <a:ext cx="4865175" cy="2383403"/>
          </a:xfrm>
          <a:custGeom>
            <a:avLst/>
            <a:gdLst>
              <a:gd name="connsiteX0" fmla="*/ 131755 w 4865175"/>
              <a:gd name="connsiteY0" fmla="*/ 0 h 2383403"/>
              <a:gd name="connsiteX1" fmla="*/ 4733420 w 4865175"/>
              <a:gd name="connsiteY1" fmla="*/ 0 h 2383403"/>
              <a:gd name="connsiteX2" fmla="*/ 4865175 w 4865175"/>
              <a:gd name="connsiteY2" fmla="*/ 131755 h 2383403"/>
              <a:gd name="connsiteX3" fmla="*/ 4865175 w 4865175"/>
              <a:gd name="connsiteY3" fmla="*/ 2251648 h 2383403"/>
              <a:gd name="connsiteX4" fmla="*/ 4733420 w 4865175"/>
              <a:gd name="connsiteY4" fmla="*/ 2383403 h 2383403"/>
              <a:gd name="connsiteX5" fmla="*/ 131755 w 4865175"/>
              <a:gd name="connsiteY5" fmla="*/ 2383403 h 2383403"/>
              <a:gd name="connsiteX6" fmla="*/ 0 w 4865175"/>
              <a:gd name="connsiteY6" fmla="*/ 2251648 h 2383403"/>
              <a:gd name="connsiteX7" fmla="*/ 0 w 4865175"/>
              <a:gd name="connsiteY7" fmla="*/ 131755 h 2383403"/>
              <a:gd name="connsiteX8" fmla="*/ 131755 w 4865175"/>
              <a:gd name="connsiteY8" fmla="*/ 0 h 23834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65175" h="2383403">
                <a:moveTo>
                  <a:pt x="131755" y="0"/>
                </a:moveTo>
                <a:lnTo>
                  <a:pt x="4733420" y="0"/>
                </a:lnTo>
                <a:cubicBezTo>
                  <a:pt x="4806186" y="0"/>
                  <a:pt x="4865175" y="58989"/>
                  <a:pt x="4865175" y="131755"/>
                </a:cubicBezTo>
                <a:lnTo>
                  <a:pt x="4865175" y="2251648"/>
                </a:lnTo>
                <a:cubicBezTo>
                  <a:pt x="4865175" y="2324414"/>
                  <a:pt x="4806186" y="2383403"/>
                  <a:pt x="4733420" y="2383403"/>
                </a:cubicBezTo>
                <a:lnTo>
                  <a:pt x="131755" y="2383403"/>
                </a:lnTo>
                <a:cubicBezTo>
                  <a:pt x="58989" y="2383403"/>
                  <a:pt x="0" y="2324414"/>
                  <a:pt x="0" y="2251648"/>
                </a:cubicBezTo>
                <a:lnTo>
                  <a:pt x="0" y="131755"/>
                </a:lnTo>
                <a:cubicBezTo>
                  <a:pt x="0" y="58989"/>
                  <a:pt x="58989" y="0"/>
                  <a:pt x="13175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09076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3FEE216B-9E52-0605-8328-03C8B734543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970499" y="1392652"/>
            <a:ext cx="3883363" cy="4354043"/>
          </a:xfrm>
          <a:custGeom>
            <a:avLst/>
            <a:gdLst>
              <a:gd name="connsiteX0" fmla="*/ 647240 w 3883363"/>
              <a:gd name="connsiteY0" fmla="*/ 0 h 4354043"/>
              <a:gd name="connsiteX1" fmla="*/ 3236123 w 3883363"/>
              <a:gd name="connsiteY1" fmla="*/ 0 h 4354043"/>
              <a:gd name="connsiteX2" fmla="*/ 3883363 w 3883363"/>
              <a:gd name="connsiteY2" fmla="*/ 647240 h 4354043"/>
              <a:gd name="connsiteX3" fmla="*/ 3883363 w 3883363"/>
              <a:gd name="connsiteY3" fmla="*/ 3706803 h 4354043"/>
              <a:gd name="connsiteX4" fmla="*/ 3236123 w 3883363"/>
              <a:gd name="connsiteY4" fmla="*/ 4354043 h 4354043"/>
              <a:gd name="connsiteX5" fmla="*/ 647240 w 3883363"/>
              <a:gd name="connsiteY5" fmla="*/ 4354043 h 4354043"/>
              <a:gd name="connsiteX6" fmla="*/ 0 w 3883363"/>
              <a:gd name="connsiteY6" fmla="*/ 3706803 h 4354043"/>
              <a:gd name="connsiteX7" fmla="*/ 0 w 3883363"/>
              <a:gd name="connsiteY7" fmla="*/ 647240 h 4354043"/>
              <a:gd name="connsiteX8" fmla="*/ 647240 w 3883363"/>
              <a:gd name="connsiteY8" fmla="*/ 0 h 435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3363" h="4354043">
                <a:moveTo>
                  <a:pt x="647240" y="0"/>
                </a:moveTo>
                <a:lnTo>
                  <a:pt x="3236123" y="0"/>
                </a:lnTo>
                <a:cubicBezTo>
                  <a:pt x="3593584" y="0"/>
                  <a:pt x="3883363" y="289779"/>
                  <a:pt x="3883363" y="647240"/>
                </a:cubicBezTo>
                <a:lnTo>
                  <a:pt x="3883363" y="3706803"/>
                </a:lnTo>
                <a:cubicBezTo>
                  <a:pt x="3883363" y="4064264"/>
                  <a:pt x="3593584" y="4354043"/>
                  <a:pt x="3236123" y="4354043"/>
                </a:cubicBezTo>
                <a:lnTo>
                  <a:pt x="647240" y="4354043"/>
                </a:lnTo>
                <a:cubicBezTo>
                  <a:pt x="289779" y="4354043"/>
                  <a:pt x="0" y="4064264"/>
                  <a:pt x="0" y="3706803"/>
                </a:cubicBezTo>
                <a:lnTo>
                  <a:pt x="0" y="647240"/>
                </a:lnTo>
                <a:cubicBezTo>
                  <a:pt x="0" y="289779"/>
                  <a:pt x="289779" y="0"/>
                  <a:pt x="647240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283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B116AF7E-9C24-6163-3630-E1F8FD09ACE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385269" y="5131333"/>
            <a:ext cx="2125395" cy="1211019"/>
          </a:xfrm>
          <a:custGeom>
            <a:avLst/>
            <a:gdLst>
              <a:gd name="connsiteX0" fmla="*/ 1087142 w 2125395"/>
              <a:gd name="connsiteY0" fmla="*/ 0 h 1211019"/>
              <a:gd name="connsiteX1" fmla="*/ 2125395 w 2125395"/>
              <a:gd name="connsiteY1" fmla="*/ 0 h 1211019"/>
              <a:gd name="connsiteX2" fmla="*/ 2125395 w 2125395"/>
              <a:gd name="connsiteY2" fmla="*/ 1211019 h 1211019"/>
              <a:gd name="connsiteX3" fmla="*/ 0 w 2125395"/>
              <a:gd name="connsiteY3" fmla="*/ 1211019 h 1211019"/>
              <a:gd name="connsiteX4" fmla="*/ 0 w 2125395"/>
              <a:gd name="connsiteY4" fmla="*/ 172766 h 1211019"/>
              <a:gd name="connsiteX5" fmla="*/ 1087142 w 2125395"/>
              <a:gd name="connsiteY5" fmla="*/ 172766 h 121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395" h="1211019">
                <a:moveTo>
                  <a:pt x="1087142" y="0"/>
                </a:moveTo>
                <a:lnTo>
                  <a:pt x="2125395" y="0"/>
                </a:lnTo>
                <a:lnTo>
                  <a:pt x="2125395" y="1211019"/>
                </a:lnTo>
                <a:lnTo>
                  <a:pt x="0" y="1211019"/>
                </a:lnTo>
                <a:lnTo>
                  <a:pt x="0" y="172766"/>
                </a:lnTo>
                <a:lnTo>
                  <a:pt x="1087142" y="17276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16C7D628-ECFF-0479-C657-5B21C1B031F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461854" y="3569853"/>
            <a:ext cx="1038253" cy="1327507"/>
          </a:xfrm>
          <a:custGeom>
            <a:avLst/>
            <a:gdLst>
              <a:gd name="connsiteX0" fmla="*/ 0 w 1038253"/>
              <a:gd name="connsiteY0" fmla="*/ 0 h 1327507"/>
              <a:gd name="connsiteX1" fmla="*/ 1038253 w 1038253"/>
              <a:gd name="connsiteY1" fmla="*/ 0 h 1327507"/>
              <a:gd name="connsiteX2" fmla="*/ 1038253 w 1038253"/>
              <a:gd name="connsiteY2" fmla="*/ 1327507 h 1327507"/>
              <a:gd name="connsiteX3" fmla="*/ 0 w 1038253"/>
              <a:gd name="connsiteY3" fmla="*/ 1327507 h 1327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38253" h="1327507">
                <a:moveTo>
                  <a:pt x="0" y="0"/>
                </a:moveTo>
                <a:lnTo>
                  <a:pt x="1038253" y="0"/>
                </a:lnTo>
                <a:lnTo>
                  <a:pt x="1038253" y="1327507"/>
                </a:lnTo>
                <a:lnTo>
                  <a:pt x="0" y="1327507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CCAD8C4E-A790-A94E-043F-B1E0CE602A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385268" y="2090703"/>
            <a:ext cx="2125395" cy="1222875"/>
          </a:xfrm>
          <a:custGeom>
            <a:avLst/>
            <a:gdLst>
              <a:gd name="connsiteX0" fmla="*/ 0 w 2125395"/>
              <a:gd name="connsiteY0" fmla="*/ 0 h 1222875"/>
              <a:gd name="connsiteX1" fmla="*/ 2125395 w 2125395"/>
              <a:gd name="connsiteY1" fmla="*/ 0 h 1222875"/>
              <a:gd name="connsiteX2" fmla="*/ 2125395 w 2125395"/>
              <a:gd name="connsiteY2" fmla="*/ 1222875 h 1222875"/>
              <a:gd name="connsiteX3" fmla="*/ 1087142 w 2125395"/>
              <a:gd name="connsiteY3" fmla="*/ 1222875 h 1222875"/>
              <a:gd name="connsiteX4" fmla="*/ 1087142 w 2125395"/>
              <a:gd name="connsiteY4" fmla="*/ 1038253 h 1222875"/>
              <a:gd name="connsiteX5" fmla="*/ 0 w 2125395"/>
              <a:gd name="connsiteY5" fmla="*/ 1038253 h 122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25395" h="1222875">
                <a:moveTo>
                  <a:pt x="0" y="0"/>
                </a:moveTo>
                <a:lnTo>
                  <a:pt x="2125395" y="0"/>
                </a:lnTo>
                <a:lnTo>
                  <a:pt x="2125395" y="1222875"/>
                </a:lnTo>
                <a:lnTo>
                  <a:pt x="1087142" y="1222875"/>
                </a:lnTo>
                <a:lnTo>
                  <a:pt x="1087142" y="1038253"/>
                </a:lnTo>
                <a:lnTo>
                  <a:pt x="0" y="10382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91128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7A38DF3D-17D3-41FC-4EEC-8022737D2F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9963" y="1671214"/>
            <a:ext cx="7417700" cy="2744856"/>
          </a:xfrm>
          <a:custGeom>
            <a:avLst/>
            <a:gdLst>
              <a:gd name="connsiteX0" fmla="*/ 117711 w 7417700"/>
              <a:gd name="connsiteY0" fmla="*/ 0 h 2744856"/>
              <a:gd name="connsiteX1" fmla="*/ 7265964 w 7417700"/>
              <a:gd name="connsiteY1" fmla="*/ 0 h 2744856"/>
              <a:gd name="connsiteX2" fmla="*/ 7417700 w 7417700"/>
              <a:gd name="connsiteY2" fmla="*/ 151736 h 2744856"/>
              <a:gd name="connsiteX3" fmla="*/ 7417700 w 7417700"/>
              <a:gd name="connsiteY3" fmla="*/ 2593120 h 2744856"/>
              <a:gd name="connsiteX4" fmla="*/ 7265964 w 7417700"/>
              <a:gd name="connsiteY4" fmla="*/ 2744856 h 2744856"/>
              <a:gd name="connsiteX5" fmla="*/ 117711 w 7417700"/>
              <a:gd name="connsiteY5" fmla="*/ 2744856 h 2744856"/>
              <a:gd name="connsiteX6" fmla="*/ 10418 w 7417700"/>
              <a:gd name="connsiteY6" fmla="*/ 2700414 h 2744856"/>
              <a:gd name="connsiteX7" fmla="*/ 0 w 7417700"/>
              <a:gd name="connsiteY7" fmla="*/ 2684962 h 2744856"/>
              <a:gd name="connsiteX8" fmla="*/ 0 w 7417700"/>
              <a:gd name="connsiteY8" fmla="*/ 59894 h 2744856"/>
              <a:gd name="connsiteX9" fmla="*/ 10418 w 7417700"/>
              <a:gd name="connsiteY9" fmla="*/ 44443 h 2744856"/>
              <a:gd name="connsiteX10" fmla="*/ 117711 w 7417700"/>
              <a:gd name="connsiteY10" fmla="*/ 0 h 2744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7417700" h="2744856">
                <a:moveTo>
                  <a:pt x="117711" y="0"/>
                </a:moveTo>
                <a:lnTo>
                  <a:pt x="7265964" y="0"/>
                </a:lnTo>
                <a:cubicBezTo>
                  <a:pt x="7349765" y="0"/>
                  <a:pt x="7417700" y="67935"/>
                  <a:pt x="7417700" y="151736"/>
                </a:cubicBezTo>
                <a:lnTo>
                  <a:pt x="7417700" y="2593120"/>
                </a:lnTo>
                <a:cubicBezTo>
                  <a:pt x="7417700" y="2676921"/>
                  <a:pt x="7349765" y="2744856"/>
                  <a:pt x="7265964" y="2744856"/>
                </a:cubicBezTo>
                <a:lnTo>
                  <a:pt x="117711" y="2744856"/>
                </a:lnTo>
                <a:cubicBezTo>
                  <a:pt x="75811" y="2744856"/>
                  <a:pt x="37877" y="2727872"/>
                  <a:pt x="10418" y="2700414"/>
                </a:cubicBezTo>
                <a:lnTo>
                  <a:pt x="0" y="2684962"/>
                </a:lnTo>
                <a:lnTo>
                  <a:pt x="0" y="59894"/>
                </a:lnTo>
                <a:lnTo>
                  <a:pt x="10418" y="44443"/>
                </a:lnTo>
                <a:cubicBezTo>
                  <a:pt x="37877" y="16984"/>
                  <a:pt x="75811" y="0"/>
                  <a:pt x="11771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9470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A51E06F4-D63C-7434-5AF3-E7C4BFD62E4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4331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B62BBF82-A38D-1DA1-5922-DFCB01B1684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44529" y="4628635"/>
            <a:ext cx="2508976" cy="1038128"/>
          </a:xfrm>
          <a:custGeom>
            <a:avLst/>
            <a:gdLst>
              <a:gd name="connsiteX0" fmla="*/ 0 w 2508976"/>
              <a:gd name="connsiteY0" fmla="*/ 0 h 1038128"/>
              <a:gd name="connsiteX1" fmla="*/ 2508976 w 2508976"/>
              <a:gd name="connsiteY1" fmla="*/ 0 h 1038128"/>
              <a:gd name="connsiteX2" fmla="*/ 2508976 w 2508976"/>
              <a:gd name="connsiteY2" fmla="*/ 1038128 h 1038128"/>
              <a:gd name="connsiteX3" fmla="*/ 0 w 2508976"/>
              <a:gd name="connsiteY3" fmla="*/ 1038128 h 1038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8976" h="1038128">
                <a:moveTo>
                  <a:pt x="0" y="0"/>
                </a:moveTo>
                <a:lnTo>
                  <a:pt x="2508976" y="0"/>
                </a:lnTo>
                <a:lnTo>
                  <a:pt x="2508976" y="1038128"/>
                </a:lnTo>
                <a:lnTo>
                  <a:pt x="0" y="10381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3B7764C8-D2CF-DD0B-F050-DD787B47F9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43340" y="2679252"/>
            <a:ext cx="2510165" cy="1434024"/>
          </a:xfrm>
          <a:custGeom>
            <a:avLst/>
            <a:gdLst>
              <a:gd name="connsiteX0" fmla="*/ 0 w 2510165"/>
              <a:gd name="connsiteY0" fmla="*/ 0 h 1434024"/>
              <a:gd name="connsiteX1" fmla="*/ 2510165 w 2510165"/>
              <a:gd name="connsiteY1" fmla="*/ 0 h 1434024"/>
              <a:gd name="connsiteX2" fmla="*/ 2510165 w 2510165"/>
              <a:gd name="connsiteY2" fmla="*/ 1434024 h 1434024"/>
              <a:gd name="connsiteX3" fmla="*/ 0 w 2510165"/>
              <a:gd name="connsiteY3" fmla="*/ 1434024 h 14340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10165" h="1434024">
                <a:moveTo>
                  <a:pt x="0" y="0"/>
                </a:moveTo>
                <a:lnTo>
                  <a:pt x="2510165" y="0"/>
                </a:lnTo>
                <a:lnTo>
                  <a:pt x="2510165" y="1434024"/>
                </a:lnTo>
                <a:lnTo>
                  <a:pt x="0" y="143402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94236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C8C4E8E3-B28E-968D-D4AF-31ABA5B65EF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33285" y="1900974"/>
            <a:ext cx="4331359" cy="4957027"/>
          </a:xfrm>
          <a:custGeom>
            <a:avLst/>
            <a:gdLst>
              <a:gd name="connsiteX0" fmla="*/ 423174 w 4331359"/>
              <a:gd name="connsiteY0" fmla="*/ 0 h 4957027"/>
              <a:gd name="connsiteX1" fmla="*/ 3908185 w 4331359"/>
              <a:gd name="connsiteY1" fmla="*/ 0 h 4957027"/>
              <a:gd name="connsiteX2" fmla="*/ 4331359 w 4331359"/>
              <a:gd name="connsiteY2" fmla="*/ 423174 h 4957027"/>
              <a:gd name="connsiteX3" fmla="*/ 4331359 w 4331359"/>
              <a:gd name="connsiteY3" fmla="*/ 4957027 h 4957027"/>
              <a:gd name="connsiteX4" fmla="*/ 0 w 4331359"/>
              <a:gd name="connsiteY4" fmla="*/ 4957027 h 4957027"/>
              <a:gd name="connsiteX5" fmla="*/ 0 w 4331359"/>
              <a:gd name="connsiteY5" fmla="*/ 423174 h 4957027"/>
              <a:gd name="connsiteX6" fmla="*/ 423174 w 4331359"/>
              <a:gd name="connsiteY6" fmla="*/ 0 h 49570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31359" h="4957027">
                <a:moveTo>
                  <a:pt x="423174" y="0"/>
                </a:moveTo>
                <a:lnTo>
                  <a:pt x="3908185" y="0"/>
                </a:lnTo>
                <a:cubicBezTo>
                  <a:pt x="4141899" y="0"/>
                  <a:pt x="4331359" y="189462"/>
                  <a:pt x="4331359" y="423174"/>
                </a:cubicBezTo>
                <a:lnTo>
                  <a:pt x="4331359" y="4957027"/>
                </a:lnTo>
                <a:lnTo>
                  <a:pt x="0" y="4957027"/>
                </a:lnTo>
                <a:lnTo>
                  <a:pt x="0" y="423174"/>
                </a:lnTo>
                <a:cubicBezTo>
                  <a:pt x="0" y="189462"/>
                  <a:pt x="189462" y="0"/>
                  <a:pt x="42317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1" name="그림 개체 틀 10">
            <a:extLst>
              <a:ext uri="{FF2B5EF4-FFF2-40B4-BE49-F238E27FC236}">
                <a16:creationId xmlns:a16="http://schemas.microsoft.com/office/drawing/2014/main" id="{4D90BB54-551A-3BF5-C498-49274E711CC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666008" y="4116928"/>
            <a:ext cx="2413221" cy="2741072"/>
          </a:xfrm>
          <a:custGeom>
            <a:avLst/>
            <a:gdLst>
              <a:gd name="connsiteX0" fmla="*/ 235772 w 2413221"/>
              <a:gd name="connsiteY0" fmla="*/ 0 h 2741072"/>
              <a:gd name="connsiteX1" fmla="*/ 2177450 w 2413221"/>
              <a:gd name="connsiteY1" fmla="*/ 0 h 2741072"/>
              <a:gd name="connsiteX2" fmla="*/ 2413221 w 2413221"/>
              <a:gd name="connsiteY2" fmla="*/ 234001 h 2741072"/>
              <a:gd name="connsiteX3" fmla="*/ 2413221 w 2413221"/>
              <a:gd name="connsiteY3" fmla="*/ 2741072 h 2741072"/>
              <a:gd name="connsiteX4" fmla="*/ 0 w 2413221"/>
              <a:gd name="connsiteY4" fmla="*/ 2741072 h 2741072"/>
              <a:gd name="connsiteX5" fmla="*/ 0 w 2413221"/>
              <a:gd name="connsiteY5" fmla="*/ 234001 h 2741072"/>
              <a:gd name="connsiteX6" fmla="*/ 235772 w 2413221"/>
              <a:gd name="connsiteY6" fmla="*/ 0 h 27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413221" h="2741072">
                <a:moveTo>
                  <a:pt x="235772" y="0"/>
                </a:moveTo>
                <a:lnTo>
                  <a:pt x="2177450" y="0"/>
                </a:lnTo>
                <a:cubicBezTo>
                  <a:pt x="2307663" y="0"/>
                  <a:pt x="2413221" y="104767"/>
                  <a:pt x="2413221" y="234001"/>
                </a:cubicBezTo>
                <a:lnTo>
                  <a:pt x="2413221" y="2741072"/>
                </a:lnTo>
                <a:lnTo>
                  <a:pt x="0" y="2741072"/>
                </a:lnTo>
                <a:lnTo>
                  <a:pt x="0" y="234001"/>
                </a:lnTo>
                <a:cubicBezTo>
                  <a:pt x="0" y="104767"/>
                  <a:pt x="105558" y="0"/>
                  <a:pt x="23577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88340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그림 개체 틀 28">
            <a:extLst>
              <a:ext uri="{FF2B5EF4-FFF2-40B4-BE49-F238E27FC236}">
                <a16:creationId xmlns:a16="http://schemas.microsoft.com/office/drawing/2014/main" id="{6C36E3E2-72F9-57EC-B977-CD9A6651C5C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537640" y="3926243"/>
            <a:ext cx="1731327" cy="2996809"/>
          </a:xfrm>
          <a:custGeom>
            <a:avLst/>
            <a:gdLst>
              <a:gd name="connsiteX0" fmla="*/ 264062 w 1731327"/>
              <a:gd name="connsiteY0" fmla="*/ 0 h 2996809"/>
              <a:gd name="connsiteX1" fmla="*/ 1467266 w 1731327"/>
              <a:gd name="connsiteY1" fmla="*/ 0 h 2996809"/>
              <a:gd name="connsiteX2" fmla="*/ 1731327 w 1731327"/>
              <a:gd name="connsiteY2" fmla="*/ 264062 h 2996809"/>
              <a:gd name="connsiteX3" fmla="*/ 1731327 w 1731327"/>
              <a:gd name="connsiteY3" fmla="*/ 2996809 h 2996809"/>
              <a:gd name="connsiteX4" fmla="*/ 0 w 1731327"/>
              <a:gd name="connsiteY4" fmla="*/ 2996809 h 2996809"/>
              <a:gd name="connsiteX5" fmla="*/ 0 w 1731327"/>
              <a:gd name="connsiteY5" fmla="*/ 264062 h 2996809"/>
              <a:gd name="connsiteX6" fmla="*/ 264062 w 1731327"/>
              <a:gd name="connsiteY6" fmla="*/ 0 h 29968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31327" h="2996809">
                <a:moveTo>
                  <a:pt x="264062" y="0"/>
                </a:moveTo>
                <a:lnTo>
                  <a:pt x="1467266" y="0"/>
                </a:lnTo>
                <a:cubicBezTo>
                  <a:pt x="1613103" y="0"/>
                  <a:pt x="1731327" y="118225"/>
                  <a:pt x="1731327" y="264062"/>
                </a:cubicBezTo>
                <a:lnTo>
                  <a:pt x="1731327" y="2996809"/>
                </a:lnTo>
                <a:lnTo>
                  <a:pt x="0" y="2996809"/>
                </a:lnTo>
                <a:lnTo>
                  <a:pt x="0" y="264062"/>
                </a:lnTo>
                <a:cubicBezTo>
                  <a:pt x="0" y="118225"/>
                  <a:pt x="118224" y="0"/>
                  <a:pt x="26406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6" name="그림 개체 틀 25">
            <a:extLst>
              <a:ext uri="{FF2B5EF4-FFF2-40B4-BE49-F238E27FC236}">
                <a16:creationId xmlns:a16="http://schemas.microsoft.com/office/drawing/2014/main" id="{7FF8D6C0-53E2-001A-AB54-D548207851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572312" y="165815"/>
            <a:ext cx="1686495" cy="3466101"/>
          </a:xfrm>
          <a:custGeom>
            <a:avLst/>
            <a:gdLst>
              <a:gd name="connsiteX0" fmla="*/ 257224 w 1686495"/>
              <a:gd name="connsiteY0" fmla="*/ 0 h 3466101"/>
              <a:gd name="connsiteX1" fmla="*/ 1429271 w 1686495"/>
              <a:gd name="connsiteY1" fmla="*/ 0 h 3466101"/>
              <a:gd name="connsiteX2" fmla="*/ 1686495 w 1686495"/>
              <a:gd name="connsiteY2" fmla="*/ 257224 h 3466101"/>
              <a:gd name="connsiteX3" fmla="*/ 1686495 w 1686495"/>
              <a:gd name="connsiteY3" fmla="*/ 3208877 h 3466101"/>
              <a:gd name="connsiteX4" fmla="*/ 1429271 w 1686495"/>
              <a:gd name="connsiteY4" fmla="*/ 3466101 h 3466101"/>
              <a:gd name="connsiteX5" fmla="*/ 257224 w 1686495"/>
              <a:gd name="connsiteY5" fmla="*/ 3466101 h 3466101"/>
              <a:gd name="connsiteX6" fmla="*/ 0 w 1686495"/>
              <a:gd name="connsiteY6" fmla="*/ 3208877 h 3466101"/>
              <a:gd name="connsiteX7" fmla="*/ 0 w 1686495"/>
              <a:gd name="connsiteY7" fmla="*/ 257224 h 3466101"/>
              <a:gd name="connsiteX8" fmla="*/ 257224 w 1686495"/>
              <a:gd name="connsiteY8" fmla="*/ 0 h 3466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495" h="3466101">
                <a:moveTo>
                  <a:pt x="257224" y="0"/>
                </a:moveTo>
                <a:lnTo>
                  <a:pt x="1429271" y="0"/>
                </a:lnTo>
                <a:cubicBezTo>
                  <a:pt x="1571332" y="0"/>
                  <a:pt x="1686495" y="115163"/>
                  <a:pt x="1686495" y="257224"/>
                </a:cubicBezTo>
                <a:lnTo>
                  <a:pt x="1686495" y="3208877"/>
                </a:lnTo>
                <a:cubicBezTo>
                  <a:pt x="1686495" y="3350938"/>
                  <a:pt x="1571332" y="3466101"/>
                  <a:pt x="1429271" y="3466101"/>
                </a:cubicBezTo>
                <a:lnTo>
                  <a:pt x="257224" y="3466101"/>
                </a:lnTo>
                <a:cubicBezTo>
                  <a:pt x="115163" y="3466101"/>
                  <a:pt x="0" y="3350938"/>
                  <a:pt x="0" y="3208877"/>
                </a:cubicBezTo>
                <a:lnTo>
                  <a:pt x="0" y="257224"/>
                </a:lnTo>
                <a:cubicBezTo>
                  <a:pt x="0" y="115163"/>
                  <a:pt x="115163" y="0"/>
                  <a:pt x="2572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3" name="그림 개체 틀 22">
            <a:extLst>
              <a:ext uri="{FF2B5EF4-FFF2-40B4-BE49-F238E27FC236}">
                <a16:creationId xmlns:a16="http://schemas.microsoft.com/office/drawing/2014/main" id="{34700FA9-51FD-413A-FBF1-93BD7B205EF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43832" y="2691572"/>
            <a:ext cx="1662036" cy="3513967"/>
          </a:xfrm>
          <a:custGeom>
            <a:avLst/>
            <a:gdLst>
              <a:gd name="connsiteX0" fmla="*/ 253494 w 1662036"/>
              <a:gd name="connsiteY0" fmla="*/ 0 h 3513967"/>
              <a:gd name="connsiteX1" fmla="*/ 1408542 w 1662036"/>
              <a:gd name="connsiteY1" fmla="*/ 0 h 3513967"/>
              <a:gd name="connsiteX2" fmla="*/ 1662036 w 1662036"/>
              <a:gd name="connsiteY2" fmla="*/ 260827 h 3513967"/>
              <a:gd name="connsiteX3" fmla="*/ 1662036 w 1662036"/>
              <a:gd name="connsiteY3" fmla="*/ 3253824 h 3513967"/>
              <a:gd name="connsiteX4" fmla="*/ 1507213 w 1662036"/>
              <a:gd name="connsiteY4" fmla="*/ 3494154 h 3513967"/>
              <a:gd name="connsiteX5" fmla="*/ 1411835 w 1662036"/>
              <a:gd name="connsiteY5" fmla="*/ 3513967 h 3513967"/>
              <a:gd name="connsiteX6" fmla="*/ 250202 w 1662036"/>
              <a:gd name="connsiteY6" fmla="*/ 3513967 h 3513967"/>
              <a:gd name="connsiteX7" fmla="*/ 154823 w 1662036"/>
              <a:gd name="connsiteY7" fmla="*/ 3494154 h 3513967"/>
              <a:gd name="connsiteX8" fmla="*/ 0 w 1662036"/>
              <a:gd name="connsiteY8" fmla="*/ 3253824 h 3513967"/>
              <a:gd name="connsiteX9" fmla="*/ 0 w 1662036"/>
              <a:gd name="connsiteY9" fmla="*/ 260827 h 3513967"/>
              <a:gd name="connsiteX10" fmla="*/ 253494 w 1662036"/>
              <a:gd name="connsiteY10" fmla="*/ 0 h 3513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662036" h="3513967">
                <a:moveTo>
                  <a:pt x="253494" y="0"/>
                </a:moveTo>
                <a:lnTo>
                  <a:pt x="1408542" y="0"/>
                </a:lnTo>
                <a:cubicBezTo>
                  <a:pt x="1548543" y="0"/>
                  <a:pt x="1662036" y="116776"/>
                  <a:pt x="1662036" y="260827"/>
                </a:cubicBezTo>
                <a:lnTo>
                  <a:pt x="1662036" y="3253824"/>
                </a:lnTo>
                <a:cubicBezTo>
                  <a:pt x="1662036" y="3361862"/>
                  <a:pt x="1598196" y="3454559"/>
                  <a:pt x="1507213" y="3494154"/>
                </a:cubicBezTo>
                <a:lnTo>
                  <a:pt x="1411835" y="3513967"/>
                </a:lnTo>
                <a:lnTo>
                  <a:pt x="250202" y="3513967"/>
                </a:lnTo>
                <a:lnTo>
                  <a:pt x="154823" y="3494154"/>
                </a:lnTo>
                <a:cubicBezTo>
                  <a:pt x="63840" y="3454559"/>
                  <a:pt x="0" y="3361862"/>
                  <a:pt x="0" y="3253824"/>
                </a:cubicBezTo>
                <a:lnTo>
                  <a:pt x="0" y="260827"/>
                </a:lnTo>
                <a:cubicBezTo>
                  <a:pt x="0" y="116776"/>
                  <a:pt x="113493" y="0"/>
                  <a:pt x="25349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0" name="그림 개체 틀 19">
            <a:extLst>
              <a:ext uri="{FF2B5EF4-FFF2-40B4-BE49-F238E27FC236}">
                <a16:creationId xmlns:a16="http://schemas.microsoft.com/office/drawing/2014/main" id="{5418444C-7F44-E0A8-0F97-CCFFBC9206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60931" y="0"/>
            <a:ext cx="1686495" cy="2414347"/>
          </a:xfrm>
          <a:custGeom>
            <a:avLst/>
            <a:gdLst>
              <a:gd name="connsiteX0" fmla="*/ 0 w 1686495"/>
              <a:gd name="connsiteY0" fmla="*/ 0 h 2414347"/>
              <a:gd name="connsiteX1" fmla="*/ 1686495 w 1686495"/>
              <a:gd name="connsiteY1" fmla="*/ 0 h 2414347"/>
              <a:gd name="connsiteX2" fmla="*/ 1686495 w 1686495"/>
              <a:gd name="connsiteY2" fmla="*/ 2157123 h 2414347"/>
              <a:gd name="connsiteX3" fmla="*/ 1429271 w 1686495"/>
              <a:gd name="connsiteY3" fmla="*/ 2414347 h 2414347"/>
              <a:gd name="connsiteX4" fmla="*/ 257224 w 1686495"/>
              <a:gd name="connsiteY4" fmla="*/ 2414347 h 2414347"/>
              <a:gd name="connsiteX5" fmla="*/ 0 w 1686495"/>
              <a:gd name="connsiteY5" fmla="*/ 2157123 h 24143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6495" h="2414347">
                <a:moveTo>
                  <a:pt x="0" y="0"/>
                </a:moveTo>
                <a:lnTo>
                  <a:pt x="1686495" y="0"/>
                </a:lnTo>
                <a:lnTo>
                  <a:pt x="1686495" y="2157123"/>
                </a:lnTo>
                <a:cubicBezTo>
                  <a:pt x="1686495" y="2299184"/>
                  <a:pt x="1571332" y="2414347"/>
                  <a:pt x="1429271" y="2414347"/>
                </a:cubicBezTo>
                <a:lnTo>
                  <a:pt x="257224" y="2414347"/>
                </a:lnTo>
                <a:cubicBezTo>
                  <a:pt x="115163" y="2414347"/>
                  <a:pt x="0" y="2299184"/>
                  <a:pt x="0" y="2157123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7" name="그림 개체 틀 16">
            <a:extLst>
              <a:ext uri="{FF2B5EF4-FFF2-40B4-BE49-F238E27FC236}">
                <a16:creationId xmlns:a16="http://schemas.microsoft.com/office/drawing/2014/main" id="{C53707AD-83E6-80EF-323A-8ACCBD9654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59909" y="1073705"/>
            <a:ext cx="1686495" cy="3466101"/>
          </a:xfrm>
          <a:custGeom>
            <a:avLst/>
            <a:gdLst>
              <a:gd name="connsiteX0" fmla="*/ 257224 w 1686495"/>
              <a:gd name="connsiteY0" fmla="*/ 0 h 3466101"/>
              <a:gd name="connsiteX1" fmla="*/ 1429271 w 1686495"/>
              <a:gd name="connsiteY1" fmla="*/ 0 h 3466101"/>
              <a:gd name="connsiteX2" fmla="*/ 1686495 w 1686495"/>
              <a:gd name="connsiteY2" fmla="*/ 257224 h 3466101"/>
              <a:gd name="connsiteX3" fmla="*/ 1686495 w 1686495"/>
              <a:gd name="connsiteY3" fmla="*/ 3208877 h 3466101"/>
              <a:gd name="connsiteX4" fmla="*/ 1429271 w 1686495"/>
              <a:gd name="connsiteY4" fmla="*/ 3466101 h 3466101"/>
              <a:gd name="connsiteX5" fmla="*/ 257224 w 1686495"/>
              <a:gd name="connsiteY5" fmla="*/ 3466101 h 3466101"/>
              <a:gd name="connsiteX6" fmla="*/ 0 w 1686495"/>
              <a:gd name="connsiteY6" fmla="*/ 3208877 h 3466101"/>
              <a:gd name="connsiteX7" fmla="*/ 0 w 1686495"/>
              <a:gd name="connsiteY7" fmla="*/ 257224 h 3466101"/>
              <a:gd name="connsiteX8" fmla="*/ 257224 w 1686495"/>
              <a:gd name="connsiteY8" fmla="*/ 0 h 34661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86495" h="3466101">
                <a:moveTo>
                  <a:pt x="257224" y="0"/>
                </a:moveTo>
                <a:lnTo>
                  <a:pt x="1429271" y="0"/>
                </a:lnTo>
                <a:cubicBezTo>
                  <a:pt x="1571332" y="0"/>
                  <a:pt x="1686495" y="115163"/>
                  <a:pt x="1686495" y="257224"/>
                </a:cubicBezTo>
                <a:lnTo>
                  <a:pt x="1686495" y="3208877"/>
                </a:lnTo>
                <a:cubicBezTo>
                  <a:pt x="1686495" y="3350938"/>
                  <a:pt x="1571332" y="3466101"/>
                  <a:pt x="1429271" y="3466101"/>
                </a:cubicBezTo>
                <a:lnTo>
                  <a:pt x="257224" y="3466101"/>
                </a:lnTo>
                <a:cubicBezTo>
                  <a:pt x="115163" y="3466101"/>
                  <a:pt x="0" y="3350938"/>
                  <a:pt x="0" y="3208877"/>
                </a:cubicBezTo>
                <a:lnTo>
                  <a:pt x="0" y="257224"/>
                </a:lnTo>
                <a:cubicBezTo>
                  <a:pt x="0" y="115163"/>
                  <a:pt x="115163" y="0"/>
                  <a:pt x="257224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76258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D5051ADC-038A-9322-6F53-91335786DFD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9613" y="1234748"/>
            <a:ext cx="3819928" cy="5121093"/>
          </a:xfrm>
          <a:custGeom>
            <a:avLst/>
            <a:gdLst>
              <a:gd name="connsiteX0" fmla="*/ 211166 w 3819928"/>
              <a:gd name="connsiteY0" fmla="*/ 0 h 5121093"/>
              <a:gd name="connsiteX1" fmla="*/ 3608763 w 3819928"/>
              <a:gd name="connsiteY1" fmla="*/ 0 h 5121093"/>
              <a:gd name="connsiteX2" fmla="*/ 3819928 w 3819928"/>
              <a:gd name="connsiteY2" fmla="*/ 211166 h 5121093"/>
              <a:gd name="connsiteX3" fmla="*/ 3819928 w 3819928"/>
              <a:gd name="connsiteY3" fmla="*/ 4909928 h 5121093"/>
              <a:gd name="connsiteX4" fmla="*/ 3608763 w 3819928"/>
              <a:gd name="connsiteY4" fmla="*/ 5121093 h 5121093"/>
              <a:gd name="connsiteX5" fmla="*/ 211166 w 3819928"/>
              <a:gd name="connsiteY5" fmla="*/ 5121093 h 5121093"/>
              <a:gd name="connsiteX6" fmla="*/ 0 w 3819928"/>
              <a:gd name="connsiteY6" fmla="*/ 4909928 h 5121093"/>
              <a:gd name="connsiteX7" fmla="*/ 0 w 3819928"/>
              <a:gd name="connsiteY7" fmla="*/ 211166 h 5121093"/>
              <a:gd name="connsiteX8" fmla="*/ 211166 w 3819928"/>
              <a:gd name="connsiteY8" fmla="*/ 0 h 51210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9928" h="5121093">
                <a:moveTo>
                  <a:pt x="211166" y="0"/>
                </a:moveTo>
                <a:lnTo>
                  <a:pt x="3608763" y="0"/>
                </a:lnTo>
                <a:cubicBezTo>
                  <a:pt x="3725385" y="0"/>
                  <a:pt x="3819928" y="94543"/>
                  <a:pt x="3819928" y="211166"/>
                </a:cubicBezTo>
                <a:lnTo>
                  <a:pt x="3819928" y="4909928"/>
                </a:lnTo>
                <a:cubicBezTo>
                  <a:pt x="3819928" y="5026551"/>
                  <a:pt x="3725385" y="5121093"/>
                  <a:pt x="3608763" y="5121093"/>
                </a:cubicBezTo>
                <a:lnTo>
                  <a:pt x="211166" y="5121093"/>
                </a:lnTo>
                <a:cubicBezTo>
                  <a:pt x="94543" y="5121093"/>
                  <a:pt x="0" y="5026551"/>
                  <a:pt x="0" y="4909928"/>
                </a:cubicBezTo>
                <a:lnTo>
                  <a:pt x="0" y="211166"/>
                </a:lnTo>
                <a:cubicBezTo>
                  <a:pt x="0" y="94543"/>
                  <a:pt x="94543" y="0"/>
                  <a:pt x="211166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431262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87CA4B74-CD4D-3D14-C883-6387880B6BF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4333462"/>
          </a:xfrm>
          <a:custGeom>
            <a:avLst/>
            <a:gdLst>
              <a:gd name="connsiteX0" fmla="*/ 0 w 12192000"/>
              <a:gd name="connsiteY0" fmla="*/ 0 h 4333462"/>
              <a:gd name="connsiteX1" fmla="*/ 12192000 w 12192000"/>
              <a:gd name="connsiteY1" fmla="*/ 0 h 4333462"/>
              <a:gd name="connsiteX2" fmla="*/ 12192000 w 12192000"/>
              <a:gd name="connsiteY2" fmla="*/ 4333462 h 4333462"/>
              <a:gd name="connsiteX3" fmla="*/ 0 w 12192000"/>
              <a:gd name="connsiteY3" fmla="*/ 4333462 h 4333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4333462">
                <a:moveTo>
                  <a:pt x="0" y="0"/>
                </a:moveTo>
                <a:lnTo>
                  <a:pt x="12192000" y="0"/>
                </a:lnTo>
                <a:lnTo>
                  <a:pt x="12192000" y="4333462"/>
                </a:lnTo>
                <a:lnTo>
                  <a:pt x="0" y="4333462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3112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DE7D3820-ED05-907E-96E8-B815418C728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177118" y="4303459"/>
            <a:ext cx="6498945" cy="2041779"/>
          </a:xfrm>
          <a:custGeom>
            <a:avLst/>
            <a:gdLst>
              <a:gd name="connsiteX0" fmla="*/ 340303 w 6498945"/>
              <a:gd name="connsiteY0" fmla="*/ 0 h 2041779"/>
              <a:gd name="connsiteX1" fmla="*/ 6158642 w 6498945"/>
              <a:gd name="connsiteY1" fmla="*/ 0 h 2041779"/>
              <a:gd name="connsiteX2" fmla="*/ 6498945 w 6498945"/>
              <a:gd name="connsiteY2" fmla="*/ 340303 h 2041779"/>
              <a:gd name="connsiteX3" fmla="*/ 6498945 w 6498945"/>
              <a:gd name="connsiteY3" fmla="*/ 1701476 h 2041779"/>
              <a:gd name="connsiteX4" fmla="*/ 6158642 w 6498945"/>
              <a:gd name="connsiteY4" fmla="*/ 2041779 h 2041779"/>
              <a:gd name="connsiteX5" fmla="*/ 340303 w 6498945"/>
              <a:gd name="connsiteY5" fmla="*/ 2041779 h 2041779"/>
              <a:gd name="connsiteX6" fmla="*/ 0 w 6498945"/>
              <a:gd name="connsiteY6" fmla="*/ 1701476 h 2041779"/>
              <a:gd name="connsiteX7" fmla="*/ 0 w 6498945"/>
              <a:gd name="connsiteY7" fmla="*/ 340303 h 2041779"/>
              <a:gd name="connsiteX8" fmla="*/ 340303 w 6498945"/>
              <a:gd name="connsiteY8" fmla="*/ 0 h 204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98945" h="2041779">
                <a:moveTo>
                  <a:pt x="340303" y="0"/>
                </a:moveTo>
                <a:lnTo>
                  <a:pt x="6158642" y="0"/>
                </a:lnTo>
                <a:cubicBezTo>
                  <a:pt x="6346586" y="0"/>
                  <a:pt x="6498945" y="152359"/>
                  <a:pt x="6498945" y="340303"/>
                </a:cubicBezTo>
                <a:lnTo>
                  <a:pt x="6498945" y="1701476"/>
                </a:lnTo>
                <a:cubicBezTo>
                  <a:pt x="6498945" y="1889420"/>
                  <a:pt x="6346586" y="2041779"/>
                  <a:pt x="6158642" y="2041779"/>
                </a:cubicBezTo>
                <a:lnTo>
                  <a:pt x="340303" y="2041779"/>
                </a:lnTo>
                <a:cubicBezTo>
                  <a:pt x="152359" y="2041779"/>
                  <a:pt x="0" y="1889420"/>
                  <a:pt x="0" y="1701476"/>
                </a:cubicBezTo>
                <a:lnTo>
                  <a:pt x="0" y="340303"/>
                </a:lnTo>
                <a:cubicBezTo>
                  <a:pt x="0" y="152359"/>
                  <a:pt x="152359" y="0"/>
                  <a:pt x="3403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9" name="그림 개체 틀 8">
            <a:extLst>
              <a:ext uri="{FF2B5EF4-FFF2-40B4-BE49-F238E27FC236}">
                <a16:creationId xmlns:a16="http://schemas.microsoft.com/office/drawing/2014/main" id="{A17ED149-C0FA-2222-A4F6-C8A90B7B4D5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177119" y="2162793"/>
            <a:ext cx="6498945" cy="2041779"/>
          </a:xfrm>
          <a:custGeom>
            <a:avLst/>
            <a:gdLst>
              <a:gd name="connsiteX0" fmla="*/ 340303 w 6498945"/>
              <a:gd name="connsiteY0" fmla="*/ 0 h 2041779"/>
              <a:gd name="connsiteX1" fmla="*/ 6158642 w 6498945"/>
              <a:gd name="connsiteY1" fmla="*/ 0 h 2041779"/>
              <a:gd name="connsiteX2" fmla="*/ 6498945 w 6498945"/>
              <a:gd name="connsiteY2" fmla="*/ 340303 h 2041779"/>
              <a:gd name="connsiteX3" fmla="*/ 6498945 w 6498945"/>
              <a:gd name="connsiteY3" fmla="*/ 1701476 h 2041779"/>
              <a:gd name="connsiteX4" fmla="*/ 6158642 w 6498945"/>
              <a:gd name="connsiteY4" fmla="*/ 2041779 h 2041779"/>
              <a:gd name="connsiteX5" fmla="*/ 340303 w 6498945"/>
              <a:gd name="connsiteY5" fmla="*/ 2041779 h 2041779"/>
              <a:gd name="connsiteX6" fmla="*/ 0 w 6498945"/>
              <a:gd name="connsiteY6" fmla="*/ 1701476 h 2041779"/>
              <a:gd name="connsiteX7" fmla="*/ 0 w 6498945"/>
              <a:gd name="connsiteY7" fmla="*/ 340303 h 2041779"/>
              <a:gd name="connsiteX8" fmla="*/ 340303 w 6498945"/>
              <a:gd name="connsiteY8" fmla="*/ 0 h 20417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98945" h="2041779">
                <a:moveTo>
                  <a:pt x="340303" y="0"/>
                </a:moveTo>
                <a:lnTo>
                  <a:pt x="6158642" y="0"/>
                </a:lnTo>
                <a:cubicBezTo>
                  <a:pt x="6346586" y="0"/>
                  <a:pt x="6498945" y="152359"/>
                  <a:pt x="6498945" y="340303"/>
                </a:cubicBezTo>
                <a:lnTo>
                  <a:pt x="6498945" y="1701476"/>
                </a:lnTo>
                <a:cubicBezTo>
                  <a:pt x="6498945" y="1889420"/>
                  <a:pt x="6346586" y="2041779"/>
                  <a:pt x="6158642" y="2041779"/>
                </a:cubicBezTo>
                <a:lnTo>
                  <a:pt x="340303" y="2041779"/>
                </a:lnTo>
                <a:cubicBezTo>
                  <a:pt x="152359" y="2041779"/>
                  <a:pt x="0" y="1889420"/>
                  <a:pt x="0" y="1701476"/>
                </a:cubicBezTo>
                <a:lnTo>
                  <a:pt x="0" y="340303"/>
                </a:lnTo>
                <a:cubicBezTo>
                  <a:pt x="0" y="152359"/>
                  <a:pt x="152359" y="0"/>
                  <a:pt x="340303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87719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그림 개체 틀 21">
            <a:extLst>
              <a:ext uri="{FF2B5EF4-FFF2-40B4-BE49-F238E27FC236}">
                <a16:creationId xmlns:a16="http://schemas.microsoft.com/office/drawing/2014/main" id="{505BB26D-26D1-7D0E-3577-5069899158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31662" y="4221727"/>
            <a:ext cx="1316681" cy="1313976"/>
          </a:xfrm>
          <a:custGeom>
            <a:avLst/>
            <a:gdLst>
              <a:gd name="connsiteX0" fmla="*/ 0 w 1316681"/>
              <a:gd name="connsiteY0" fmla="*/ 0 h 1313976"/>
              <a:gd name="connsiteX1" fmla="*/ 1316681 w 1316681"/>
              <a:gd name="connsiteY1" fmla="*/ 0 h 1313976"/>
              <a:gd name="connsiteX2" fmla="*/ 1316681 w 1316681"/>
              <a:gd name="connsiteY2" fmla="*/ 1313976 h 1313976"/>
              <a:gd name="connsiteX3" fmla="*/ 0 w 1316681"/>
              <a:gd name="connsiteY3" fmla="*/ 1313976 h 131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6681" h="1313976">
                <a:moveTo>
                  <a:pt x="0" y="0"/>
                </a:moveTo>
                <a:lnTo>
                  <a:pt x="1316681" y="0"/>
                </a:lnTo>
                <a:lnTo>
                  <a:pt x="1316681" y="1313976"/>
                </a:lnTo>
                <a:lnTo>
                  <a:pt x="0" y="13139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8" name="그림 개체 틀 17">
            <a:extLst>
              <a:ext uri="{FF2B5EF4-FFF2-40B4-BE49-F238E27FC236}">
                <a16:creationId xmlns:a16="http://schemas.microsoft.com/office/drawing/2014/main" id="{6813C331-DD92-4BAB-E8E5-91491C1DB6D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54870" y="4138294"/>
            <a:ext cx="836653" cy="829946"/>
          </a:xfrm>
          <a:custGeom>
            <a:avLst/>
            <a:gdLst>
              <a:gd name="connsiteX0" fmla="*/ 0 w 836653"/>
              <a:gd name="connsiteY0" fmla="*/ 0 h 836653"/>
              <a:gd name="connsiteX1" fmla="*/ 836653 w 836653"/>
              <a:gd name="connsiteY1" fmla="*/ 0 h 836653"/>
              <a:gd name="connsiteX2" fmla="*/ 836653 w 836653"/>
              <a:gd name="connsiteY2" fmla="*/ 836653 h 836653"/>
              <a:gd name="connsiteX3" fmla="*/ 0 w 836653"/>
              <a:gd name="connsiteY3" fmla="*/ 836653 h 83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653" h="836653">
                <a:moveTo>
                  <a:pt x="0" y="0"/>
                </a:moveTo>
                <a:lnTo>
                  <a:pt x="836653" y="0"/>
                </a:lnTo>
                <a:lnTo>
                  <a:pt x="836653" y="836653"/>
                </a:lnTo>
                <a:lnTo>
                  <a:pt x="0" y="8366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9" name="그림 개체 틀 18">
            <a:extLst>
              <a:ext uri="{FF2B5EF4-FFF2-40B4-BE49-F238E27FC236}">
                <a16:creationId xmlns:a16="http://schemas.microsoft.com/office/drawing/2014/main" id="{19017863-3DF6-F54E-BD0D-76B9FA1D553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954870" y="5016971"/>
            <a:ext cx="836653" cy="811692"/>
          </a:xfrm>
          <a:custGeom>
            <a:avLst/>
            <a:gdLst>
              <a:gd name="connsiteX0" fmla="*/ 0 w 836653"/>
              <a:gd name="connsiteY0" fmla="*/ 0 h 836653"/>
              <a:gd name="connsiteX1" fmla="*/ 836653 w 836653"/>
              <a:gd name="connsiteY1" fmla="*/ 0 h 836653"/>
              <a:gd name="connsiteX2" fmla="*/ 836653 w 836653"/>
              <a:gd name="connsiteY2" fmla="*/ 836653 h 836653"/>
              <a:gd name="connsiteX3" fmla="*/ 0 w 836653"/>
              <a:gd name="connsiteY3" fmla="*/ 836653 h 836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6653" h="836653">
                <a:moveTo>
                  <a:pt x="0" y="0"/>
                </a:moveTo>
                <a:lnTo>
                  <a:pt x="836653" y="0"/>
                </a:lnTo>
                <a:lnTo>
                  <a:pt x="836653" y="836653"/>
                </a:lnTo>
                <a:lnTo>
                  <a:pt x="0" y="836653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 dirty="0"/>
          </a:p>
        </p:txBody>
      </p:sp>
      <p:sp>
        <p:nvSpPr>
          <p:cNvPr id="15" name="그림 개체 틀 14">
            <a:extLst>
              <a:ext uri="{FF2B5EF4-FFF2-40B4-BE49-F238E27FC236}">
                <a16:creationId xmlns:a16="http://schemas.microsoft.com/office/drawing/2014/main" id="{DAD2383F-688C-DE41-C82F-F46B3F08EC1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78176" y="4138294"/>
            <a:ext cx="2532185" cy="1690368"/>
          </a:xfrm>
          <a:custGeom>
            <a:avLst/>
            <a:gdLst>
              <a:gd name="connsiteX0" fmla="*/ 0 w 2532185"/>
              <a:gd name="connsiteY0" fmla="*/ 0 h 1690368"/>
              <a:gd name="connsiteX1" fmla="*/ 2532185 w 2532185"/>
              <a:gd name="connsiteY1" fmla="*/ 0 h 1690368"/>
              <a:gd name="connsiteX2" fmla="*/ 2532185 w 2532185"/>
              <a:gd name="connsiteY2" fmla="*/ 1690368 h 1690368"/>
              <a:gd name="connsiteX3" fmla="*/ 0 w 2532185"/>
              <a:gd name="connsiteY3" fmla="*/ 1690368 h 1690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32185" h="1690368">
                <a:moveTo>
                  <a:pt x="0" y="0"/>
                </a:moveTo>
                <a:lnTo>
                  <a:pt x="2532185" y="0"/>
                </a:lnTo>
                <a:lnTo>
                  <a:pt x="2532185" y="1690368"/>
                </a:lnTo>
                <a:lnTo>
                  <a:pt x="0" y="169036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2" name="그림 개체 틀 11">
            <a:extLst>
              <a:ext uri="{FF2B5EF4-FFF2-40B4-BE49-F238E27FC236}">
                <a16:creationId xmlns:a16="http://schemas.microsoft.com/office/drawing/2014/main" id="{97F03B73-5AB3-BBCD-F6C4-B5FB0C93D67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164273" y="4222474"/>
            <a:ext cx="1313422" cy="1313976"/>
          </a:xfrm>
          <a:custGeom>
            <a:avLst/>
            <a:gdLst>
              <a:gd name="connsiteX0" fmla="*/ 0 w 1313422"/>
              <a:gd name="connsiteY0" fmla="*/ 0 h 1313976"/>
              <a:gd name="connsiteX1" fmla="*/ 1313422 w 1313422"/>
              <a:gd name="connsiteY1" fmla="*/ 0 h 1313976"/>
              <a:gd name="connsiteX2" fmla="*/ 1313422 w 1313422"/>
              <a:gd name="connsiteY2" fmla="*/ 1313976 h 1313976"/>
              <a:gd name="connsiteX3" fmla="*/ 0 w 1313422"/>
              <a:gd name="connsiteY3" fmla="*/ 1313976 h 1313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3422" h="1313976">
                <a:moveTo>
                  <a:pt x="0" y="0"/>
                </a:moveTo>
                <a:lnTo>
                  <a:pt x="1313422" y="0"/>
                </a:lnTo>
                <a:lnTo>
                  <a:pt x="1313422" y="1313976"/>
                </a:lnTo>
                <a:lnTo>
                  <a:pt x="0" y="131397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2362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그림 개체 틀 15">
            <a:extLst>
              <a:ext uri="{FF2B5EF4-FFF2-40B4-BE49-F238E27FC236}">
                <a16:creationId xmlns:a16="http://schemas.microsoft.com/office/drawing/2014/main" id="{81DEC6B6-8479-E4A1-C9EF-3E6C2CFB367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668803" y="4752292"/>
            <a:ext cx="1335946" cy="1335946"/>
          </a:xfrm>
          <a:custGeom>
            <a:avLst/>
            <a:gdLst>
              <a:gd name="connsiteX0" fmla="*/ 0 w 1335946"/>
              <a:gd name="connsiteY0" fmla="*/ 0 h 1335946"/>
              <a:gd name="connsiteX1" fmla="*/ 1335946 w 1335946"/>
              <a:gd name="connsiteY1" fmla="*/ 0 h 1335946"/>
              <a:gd name="connsiteX2" fmla="*/ 1335946 w 1335946"/>
              <a:gd name="connsiteY2" fmla="*/ 1335946 h 1335946"/>
              <a:gd name="connsiteX3" fmla="*/ 0 w 1335946"/>
              <a:gd name="connsiteY3" fmla="*/ 1335946 h 1335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35946" h="1335946">
                <a:moveTo>
                  <a:pt x="0" y="0"/>
                </a:moveTo>
                <a:lnTo>
                  <a:pt x="1335946" y="0"/>
                </a:lnTo>
                <a:lnTo>
                  <a:pt x="1335946" y="1335946"/>
                </a:lnTo>
                <a:lnTo>
                  <a:pt x="0" y="1335946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3" name="그림 개체 틀 12">
            <a:extLst>
              <a:ext uri="{FF2B5EF4-FFF2-40B4-BE49-F238E27FC236}">
                <a16:creationId xmlns:a16="http://schemas.microsoft.com/office/drawing/2014/main" id="{5CED8227-46F3-2D16-1371-DE57E66F0E1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74550" y="4750755"/>
            <a:ext cx="1003113" cy="1337484"/>
          </a:xfrm>
          <a:custGeom>
            <a:avLst/>
            <a:gdLst>
              <a:gd name="connsiteX0" fmla="*/ 0 w 1003113"/>
              <a:gd name="connsiteY0" fmla="*/ 0 h 1337484"/>
              <a:gd name="connsiteX1" fmla="*/ 1003113 w 1003113"/>
              <a:gd name="connsiteY1" fmla="*/ 0 h 1337484"/>
              <a:gd name="connsiteX2" fmla="*/ 1003113 w 1003113"/>
              <a:gd name="connsiteY2" fmla="*/ 1337484 h 1337484"/>
              <a:gd name="connsiteX3" fmla="*/ 0 w 1003113"/>
              <a:gd name="connsiteY3" fmla="*/ 1337484 h 133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3113" h="1337484">
                <a:moveTo>
                  <a:pt x="0" y="0"/>
                </a:moveTo>
                <a:lnTo>
                  <a:pt x="1003113" y="0"/>
                </a:lnTo>
                <a:lnTo>
                  <a:pt x="1003113" y="1337484"/>
                </a:lnTo>
                <a:lnTo>
                  <a:pt x="0" y="13374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10" name="그림 개체 틀 9">
            <a:extLst>
              <a:ext uri="{FF2B5EF4-FFF2-40B4-BE49-F238E27FC236}">
                <a16:creationId xmlns:a16="http://schemas.microsoft.com/office/drawing/2014/main" id="{CE56A171-C697-E844-6249-0F35DDC7F2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72718" y="4750754"/>
            <a:ext cx="1910692" cy="1337484"/>
          </a:xfrm>
          <a:custGeom>
            <a:avLst/>
            <a:gdLst>
              <a:gd name="connsiteX0" fmla="*/ 0 w 1910692"/>
              <a:gd name="connsiteY0" fmla="*/ 0 h 1337484"/>
              <a:gd name="connsiteX1" fmla="*/ 1910692 w 1910692"/>
              <a:gd name="connsiteY1" fmla="*/ 0 h 1337484"/>
              <a:gd name="connsiteX2" fmla="*/ 1910692 w 1910692"/>
              <a:gd name="connsiteY2" fmla="*/ 1337484 h 1337484"/>
              <a:gd name="connsiteX3" fmla="*/ 0 w 1910692"/>
              <a:gd name="connsiteY3" fmla="*/ 1337484 h 13374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10692" h="1337484">
                <a:moveTo>
                  <a:pt x="0" y="0"/>
                </a:moveTo>
                <a:lnTo>
                  <a:pt x="1910692" y="0"/>
                </a:lnTo>
                <a:lnTo>
                  <a:pt x="1910692" y="1337484"/>
                </a:lnTo>
                <a:lnTo>
                  <a:pt x="0" y="1337484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9285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그림 개체 틀 7">
            <a:extLst>
              <a:ext uri="{FF2B5EF4-FFF2-40B4-BE49-F238E27FC236}">
                <a16:creationId xmlns:a16="http://schemas.microsoft.com/office/drawing/2014/main" id="{C6731EA0-975C-110A-0C39-A3656258C7F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937760" y="2441589"/>
            <a:ext cx="2274570" cy="4739792"/>
          </a:xfrm>
          <a:custGeom>
            <a:avLst/>
            <a:gdLst>
              <a:gd name="connsiteX0" fmla="*/ 287665 w 2274570"/>
              <a:gd name="connsiteY0" fmla="*/ 0 h 4739792"/>
              <a:gd name="connsiteX1" fmla="*/ 1986905 w 2274570"/>
              <a:gd name="connsiteY1" fmla="*/ 0 h 4739792"/>
              <a:gd name="connsiteX2" fmla="*/ 2274570 w 2274570"/>
              <a:gd name="connsiteY2" fmla="*/ 287665 h 4739792"/>
              <a:gd name="connsiteX3" fmla="*/ 2274570 w 2274570"/>
              <a:gd name="connsiteY3" fmla="*/ 4452127 h 4739792"/>
              <a:gd name="connsiteX4" fmla="*/ 1986905 w 2274570"/>
              <a:gd name="connsiteY4" fmla="*/ 4739792 h 4739792"/>
              <a:gd name="connsiteX5" fmla="*/ 287665 w 2274570"/>
              <a:gd name="connsiteY5" fmla="*/ 4739792 h 4739792"/>
              <a:gd name="connsiteX6" fmla="*/ 0 w 2274570"/>
              <a:gd name="connsiteY6" fmla="*/ 4452127 h 4739792"/>
              <a:gd name="connsiteX7" fmla="*/ 0 w 2274570"/>
              <a:gd name="connsiteY7" fmla="*/ 287665 h 4739792"/>
              <a:gd name="connsiteX8" fmla="*/ 287665 w 2274570"/>
              <a:gd name="connsiteY8" fmla="*/ 0 h 47397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74570" h="4739792">
                <a:moveTo>
                  <a:pt x="287665" y="0"/>
                </a:moveTo>
                <a:lnTo>
                  <a:pt x="1986905" y="0"/>
                </a:lnTo>
                <a:cubicBezTo>
                  <a:pt x="2145778" y="0"/>
                  <a:pt x="2274570" y="128792"/>
                  <a:pt x="2274570" y="287665"/>
                </a:cubicBezTo>
                <a:lnTo>
                  <a:pt x="2274570" y="4452127"/>
                </a:lnTo>
                <a:cubicBezTo>
                  <a:pt x="2274570" y="4611000"/>
                  <a:pt x="2145778" y="4739792"/>
                  <a:pt x="1986905" y="4739792"/>
                </a:cubicBezTo>
                <a:lnTo>
                  <a:pt x="287665" y="4739792"/>
                </a:lnTo>
                <a:cubicBezTo>
                  <a:pt x="128792" y="4739792"/>
                  <a:pt x="0" y="4611000"/>
                  <a:pt x="0" y="4452127"/>
                </a:cubicBezTo>
                <a:lnTo>
                  <a:pt x="0" y="287665"/>
                </a:lnTo>
                <a:cubicBezTo>
                  <a:pt x="0" y="128792"/>
                  <a:pt x="128792" y="0"/>
                  <a:pt x="287665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979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9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3597514-4BE7-9BC2-E958-466F9238AE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B1DE63E-85BD-92F3-A4A3-1BE1980C4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415C29-52AF-FA83-82D6-796318C54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7391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25" userDrawn="1">
          <p15:clr>
            <a:srgbClr val="FBAE40"/>
          </p15:clr>
        </p15:guide>
        <p15:guide id="2" pos="7355" userDrawn="1">
          <p15:clr>
            <a:srgbClr val="FBAE40"/>
          </p15:clr>
        </p15:guide>
        <p15:guide id="3" orient="horz" pos="300" userDrawn="1">
          <p15:clr>
            <a:srgbClr val="FBAE40"/>
          </p15:clr>
        </p15:guide>
        <p15:guide id="4" orient="horz" pos="399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DBC0077-93FA-2819-D8A0-7EF93CD1AA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48C30AC-2624-75AE-6C34-1A9155845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CF0250-8136-330E-747B-A72B9A34E8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4C3325-EBA2-414C-8475-A92B01FB4F05}" type="datetimeFigureOut">
              <a:rPr lang="ko-KR" altLang="en-US" smtClean="0"/>
              <a:t>2025-03-27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8E6800-080F-CDB5-ADDE-66238FDF57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C01922-826A-42C8-0578-DAE0DB8A0A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1AEC59-0B6E-4733-ACB8-B28D1744DB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7564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4" r:id="rId18"/>
    <p:sldLayoutId id="2147483675" r:id="rId19"/>
    <p:sldLayoutId id="2147483676" r:id="rId20"/>
    <p:sldLayoutId id="2147483672" r:id="rId21"/>
    <p:sldLayoutId id="2147483677" r:id="rId22"/>
    <p:sldLayoutId id="2147483678" r:id="rId23"/>
    <p:sldLayoutId id="2147483680" r:id="rId24"/>
    <p:sldLayoutId id="2147483679" r:id="rId25"/>
    <p:sldLayoutId id="2147483673" r:id="rId26"/>
    <p:sldLayoutId id="2147483681" r:id="rId27"/>
    <p:sldLayoutId id="2147483682" r:id="rId28"/>
    <p:sldLayoutId id="2147483683" r:id="rId29"/>
    <p:sldLayoutId id="2147483684" r:id="rId30"/>
    <p:sldLayoutId id="2147483685" r:id="rId3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프리젠테이션 4 Regular" pitchFamily="2" charset="-127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sv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3.svg"/><Relationship Id="rId5" Type="http://schemas.openxmlformats.org/officeDocument/2006/relationships/image" Target="../media/image3.png"/><Relationship Id="rId10" Type="http://schemas.openxmlformats.org/officeDocument/2006/relationships/image" Target="../media/image107.svg"/><Relationship Id="rId4" Type="http://schemas.openxmlformats.org/officeDocument/2006/relationships/image" Target="../media/image94.svg"/><Relationship Id="rId9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s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D7696D9-F48F-F747-A384-92C1DBB50537}"/>
              </a:ext>
            </a:extLst>
          </p:cNvPr>
          <p:cNvSpPr txBox="1"/>
          <p:nvPr/>
        </p:nvSpPr>
        <p:spPr>
          <a:xfrm>
            <a:off x="839244" y="1365337"/>
            <a:ext cx="7099411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600" dirty="0" smtClean="0">
                <a:solidFill>
                  <a:schemeClr val="accent1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온라인 통합  의료 서비스 플랫폼</a:t>
            </a:r>
            <a:endParaRPr lang="ko-KR" altLang="en-US" sz="4600" dirty="0">
              <a:solidFill>
                <a:schemeClr val="accent1"/>
              </a:solidFill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451BF5-7E2A-0E62-8CB2-2B64DE04DE7A}"/>
              </a:ext>
            </a:extLst>
          </p:cNvPr>
          <p:cNvSpPr txBox="1"/>
          <p:nvPr/>
        </p:nvSpPr>
        <p:spPr>
          <a:xfrm>
            <a:off x="9051418" y="4317000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50" dirty="0" smtClean="0">
                <a:solidFill>
                  <a:schemeClr val="accent1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팀장 김중섭</a:t>
            </a:r>
            <a:r>
              <a:rPr lang="en-US" altLang="ko-KR" sz="1750" dirty="0" smtClean="0">
                <a:solidFill>
                  <a:schemeClr val="accent1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		</a:t>
            </a:r>
            <a:r>
              <a:rPr lang="ko-KR" altLang="en-US" sz="1750" dirty="0" smtClean="0">
                <a:solidFill>
                  <a:schemeClr val="accent1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 </a:t>
            </a:r>
            <a:endParaRPr lang="ko-KR" altLang="en-US" sz="1750" dirty="0">
              <a:solidFill>
                <a:schemeClr val="accent1"/>
              </a:solidFill>
              <a:latin typeface="프리젠테이션 2 ExtraLight" pitchFamily="2" charset="-127"/>
              <a:ea typeface="프리젠테이션 2 ExtraLight" pitchFamily="2" charset="-127"/>
              <a:cs typeface="Pretendard ExtraLight" panose="02000303000000020004" pitchFamily="2" charset="-127"/>
            </a:endParaRPr>
          </a:p>
        </p:txBody>
      </p:sp>
      <p:sp>
        <p:nvSpPr>
          <p:cNvPr id="6" name="이등변 삼각형 12">
            <a:extLst>
              <a:ext uri="{FF2B5EF4-FFF2-40B4-BE49-F238E27FC236}">
                <a16:creationId xmlns:a16="http://schemas.microsoft.com/office/drawing/2014/main" id="{AEE9E9BC-AA2C-1E1F-4BC1-88176E1D46B3}"/>
              </a:ext>
            </a:extLst>
          </p:cNvPr>
          <p:cNvSpPr/>
          <p:nvPr/>
        </p:nvSpPr>
        <p:spPr>
          <a:xfrm rot="5400000">
            <a:off x="8881063" y="4418503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5A7505F-D6D3-E3AD-6560-0DE84A4BC248}"/>
              </a:ext>
            </a:extLst>
          </p:cNvPr>
          <p:cNvSpPr txBox="1"/>
          <p:nvPr/>
        </p:nvSpPr>
        <p:spPr>
          <a:xfrm>
            <a:off x="9051418" y="4715109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50" dirty="0" smtClean="0">
                <a:solidFill>
                  <a:schemeClr val="accent1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팀원 백성진</a:t>
            </a:r>
            <a:r>
              <a:rPr lang="ko-KR" altLang="en-US" sz="1750" dirty="0" smtClean="0">
                <a:solidFill>
                  <a:schemeClr val="accent1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 </a:t>
            </a:r>
            <a:endParaRPr lang="ko-KR" altLang="en-US" sz="1750" dirty="0">
              <a:solidFill>
                <a:schemeClr val="accent1"/>
              </a:solidFill>
              <a:latin typeface="프리젠테이션 2 ExtraLight" pitchFamily="2" charset="-127"/>
              <a:ea typeface="프리젠테이션 2 ExtraLight" pitchFamily="2" charset="-127"/>
              <a:cs typeface="Pretendard ExtraLight" panose="02000303000000020004" pitchFamily="2" charset="-127"/>
            </a:endParaRPr>
          </a:p>
        </p:txBody>
      </p:sp>
      <p:sp>
        <p:nvSpPr>
          <p:cNvPr id="8" name="이등변 삼각형 15">
            <a:extLst>
              <a:ext uri="{FF2B5EF4-FFF2-40B4-BE49-F238E27FC236}">
                <a16:creationId xmlns:a16="http://schemas.microsoft.com/office/drawing/2014/main" id="{98027D6E-0AD4-7E8C-0ED1-929F2CB6DFA3}"/>
              </a:ext>
            </a:extLst>
          </p:cNvPr>
          <p:cNvSpPr/>
          <p:nvPr/>
        </p:nvSpPr>
        <p:spPr>
          <a:xfrm rot="5400000">
            <a:off x="8881063" y="4816612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EF4D6D1-A56B-24F6-D559-5F9D0D11D92E}"/>
              </a:ext>
            </a:extLst>
          </p:cNvPr>
          <p:cNvSpPr txBox="1"/>
          <p:nvPr/>
        </p:nvSpPr>
        <p:spPr>
          <a:xfrm>
            <a:off x="9051418" y="5128724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50" smtClean="0">
                <a:solidFill>
                  <a:schemeClr val="accent1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팀원 노은성</a:t>
            </a:r>
            <a:r>
              <a:rPr lang="ko-KR" altLang="en-US" sz="1750" smtClean="0">
                <a:solidFill>
                  <a:schemeClr val="accent1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 </a:t>
            </a:r>
            <a:endParaRPr lang="ko-KR" altLang="en-US" sz="1750" dirty="0">
              <a:solidFill>
                <a:schemeClr val="accent1"/>
              </a:solidFill>
              <a:latin typeface="프리젠테이션 2 ExtraLight" pitchFamily="2" charset="-127"/>
              <a:ea typeface="프리젠테이션 2 ExtraLight" pitchFamily="2" charset="-127"/>
              <a:cs typeface="Pretendard ExtraLight" panose="02000303000000020004" pitchFamily="2" charset="-127"/>
            </a:endParaRPr>
          </a:p>
        </p:txBody>
      </p:sp>
      <p:sp>
        <p:nvSpPr>
          <p:cNvPr id="10" name="이등변 삼각형 19">
            <a:extLst>
              <a:ext uri="{FF2B5EF4-FFF2-40B4-BE49-F238E27FC236}">
                <a16:creationId xmlns:a16="http://schemas.microsoft.com/office/drawing/2014/main" id="{4AB01C28-E083-A1F8-D6E6-D7494CE50E93}"/>
              </a:ext>
            </a:extLst>
          </p:cNvPr>
          <p:cNvSpPr/>
          <p:nvPr/>
        </p:nvSpPr>
        <p:spPr>
          <a:xfrm rot="5400000">
            <a:off x="8881063" y="5230227"/>
            <a:ext cx="180045" cy="15521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accent1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2E0285-5748-ACA5-ED5E-56E66E69F7C2}"/>
              </a:ext>
            </a:extLst>
          </p:cNvPr>
          <p:cNvSpPr txBox="1"/>
          <p:nvPr/>
        </p:nvSpPr>
        <p:spPr>
          <a:xfrm>
            <a:off x="839244" y="729668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solidFill>
                  <a:schemeClr val="accent1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CONTENT.1</a:t>
            </a:r>
            <a:endParaRPr lang="ko-KR" altLang="en-US" sz="2400" dirty="0">
              <a:solidFill>
                <a:schemeClr val="accent1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9E1539-D6A4-3E3E-798E-EC823C2CF6B1}"/>
              </a:ext>
            </a:extLst>
          </p:cNvPr>
          <p:cNvSpPr txBox="1"/>
          <p:nvPr/>
        </p:nvSpPr>
        <p:spPr>
          <a:xfrm>
            <a:off x="8326648" y="732787"/>
            <a:ext cx="320666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>
                <a:ln w="19050">
                  <a:solidFill>
                    <a:schemeClr val="accent1"/>
                  </a:solidFill>
                </a:ln>
                <a:noFill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01</a:t>
            </a:r>
            <a:endParaRPr lang="ko-KR" altLang="en-US" sz="19900" dirty="0">
              <a:ln w="19050">
                <a:solidFill>
                  <a:schemeClr val="accent1"/>
                </a:solidFill>
              </a:ln>
              <a:noFill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59E48F-7938-141F-424A-DB5F8DF2EC18}"/>
              </a:ext>
            </a:extLst>
          </p:cNvPr>
          <p:cNvSpPr txBox="1"/>
          <p:nvPr/>
        </p:nvSpPr>
        <p:spPr>
          <a:xfrm>
            <a:off x="864295" y="2031876"/>
            <a:ext cx="372432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 smtClean="0">
                <a:solidFill>
                  <a:schemeClr val="accent1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- </a:t>
            </a:r>
            <a:r>
              <a:rPr lang="ko-KR" altLang="en-US" sz="2600" dirty="0" smtClean="0">
                <a:solidFill>
                  <a:schemeClr val="accent1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컴퓨터 공학 개론을 중심으로</a:t>
            </a:r>
            <a:endParaRPr lang="ko-KR" altLang="en-US" sz="2600" dirty="0">
              <a:solidFill>
                <a:schemeClr val="accent1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5357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E0A872A8-54EC-6983-D648-FB7183C42EA0}"/>
              </a:ext>
            </a:extLst>
          </p:cNvPr>
          <p:cNvSpPr/>
          <p:nvPr/>
        </p:nvSpPr>
        <p:spPr>
          <a:xfrm flipH="1">
            <a:off x="7736669" y="-11818"/>
            <a:ext cx="4469102" cy="4834355"/>
          </a:xfrm>
          <a:custGeom>
            <a:avLst/>
            <a:gdLst>
              <a:gd name="connsiteX0" fmla="*/ 0 w 4469102"/>
              <a:gd name="connsiteY0" fmla="*/ 0 h 4834355"/>
              <a:gd name="connsiteX1" fmla="*/ 4469102 w 4469102"/>
              <a:gd name="connsiteY1" fmla="*/ 0 h 4834355"/>
              <a:gd name="connsiteX2" fmla="*/ 4469102 w 4469102"/>
              <a:gd name="connsiteY2" fmla="*/ 4574363 h 4834355"/>
              <a:gd name="connsiteX3" fmla="*/ 4209110 w 4469102"/>
              <a:gd name="connsiteY3" fmla="*/ 4834355 h 4834355"/>
              <a:gd name="connsiteX4" fmla="*/ 25909 w 4469102"/>
              <a:gd name="connsiteY4" fmla="*/ 4834355 h 4834355"/>
              <a:gd name="connsiteX5" fmla="*/ 0 w 4469102"/>
              <a:gd name="connsiteY5" fmla="*/ 4831743 h 48343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469102" h="4834355">
                <a:moveTo>
                  <a:pt x="0" y="0"/>
                </a:moveTo>
                <a:lnTo>
                  <a:pt x="4469102" y="0"/>
                </a:lnTo>
                <a:lnTo>
                  <a:pt x="4469102" y="4574363"/>
                </a:lnTo>
                <a:cubicBezTo>
                  <a:pt x="4469102" y="4717953"/>
                  <a:pt x="4352700" y="4834355"/>
                  <a:pt x="4209110" y="4834355"/>
                </a:cubicBezTo>
                <a:lnTo>
                  <a:pt x="25909" y="4834355"/>
                </a:lnTo>
                <a:lnTo>
                  <a:pt x="0" y="4831743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5" name="그림 개체 틀 4" descr="사람, 의류, 실내, 사람들이(가) 표시된 사진&#10;&#10;자동 생성된 설명">
            <a:extLst>
              <a:ext uri="{FF2B5EF4-FFF2-40B4-BE49-F238E27FC236}">
                <a16:creationId xmlns:a16="http://schemas.microsoft.com/office/drawing/2014/main" id="{28B7DC3E-012D-0669-DE3A-1785F108453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9" r="59"/>
          <a:stretch>
            <a:fillRect/>
          </a:stretch>
        </p:blipFill>
        <p:spPr>
          <a:xfrm>
            <a:off x="7560916" y="1392238"/>
            <a:ext cx="3883025" cy="4354512"/>
          </a:xfrm>
          <a:custGeom>
            <a:avLst/>
            <a:gdLst>
              <a:gd name="connsiteX0" fmla="*/ 647240 w 3883363"/>
              <a:gd name="connsiteY0" fmla="*/ 0 h 4354043"/>
              <a:gd name="connsiteX1" fmla="*/ 3236123 w 3883363"/>
              <a:gd name="connsiteY1" fmla="*/ 0 h 4354043"/>
              <a:gd name="connsiteX2" fmla="*/ 3883363 w 3883363"/>
              <a:gd name="connsiteY2" fmla="*/ 647240 h 4354043"/>
              <a:gd name="connsiteX3" fmla="*/ 3883363 w 3883363"/>
              <a:gd name="connsiteY3" fmla="*/ 3706803 h 4354043"/>
              <a:gd name="connsiteX4" fmla="*/ 3236123 w 3883363"/>
              <a:gd name="connsiteY4" fmla="*/ 4354043 h 4354043"/>
              <a:gd name="connsiteX5" fmla="*/ 647240 w 3883363"/>
              <a:gd name="connsiteY5" fmla="*/ 4354043 h 4354043"/>
              <a:gd name="connsiteX6" fmla="*/ 0 w 3883363"/>
              <a:gd name="connsiteY6" fmla="*/ 3706803 h 4354043"/>
              <a:gd name="connsiteX7" fmla="*/ 0 w 3883363"/>
              <a:gd name="connsiteY7" fmla="*/ 647240 h 4354043"/>
              <a:gd name="connsiteX8" fmla="*/ 647240 w 3883363"/>
              <a:gd name="connsiteY8" fmla="*/ 0 h 4354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83363" h="4354043">
                <a:moveTo>
                  <a:pt x="647240" y="0"/>
                </a:moveTo>
                <a:lnTo>
                  <a:pt x="3236123" y="0"/>
                </a:lnTo>
                <a:cubicBezTo>
                  <a:pt x="3593584" y="0"/>
                  <a:pt x="3883363" y="289779"/>
                  <a:pt x="3883363" y="647240"/>
                </a:cubicBezTo>
                <a:lnTo>
                  <a:pt x="3883363" y="3706803"/>
                </a:lnTo>
                <a:cubicBezTo>
                  <a:pt x="3883363" y="4064264"/>
                  <a:pt x="3593584" y="4354043"/>
                  <a:pt x="3236123" y="4354043"/>
                </a:cubicBezTo>
                <a:lnTo>
                  <a:pt x="647240" y="4354043"/>
                </a:lnTo>
                <a:cubicBezTo>
                  <a:pt x="289779" y="4354043"/>
                  <a:pt x="0" y="4064264"/>
                  <a:pt x="0" y="3706803"/>
                </a:cubicBezTo>
                <a:lnTo>
                  <a:pt x="0" y="647240"/>
                </a:lnTo>
                <a:cubicBezTo>
                  <a:pt x="0" y="289779"/>
                  <a:pt x="289779" y="0"/>
                  <a:pt x="647240" y="0"/>
                </a:cubicBezTo>
                <a:close/>
              </a:path>
            </a:pathLst>
          </a:custGeom>
        </p:spPr>
      </p:pic>
      <p:sp>
        <p:nvSpPr>
          <p:cNvPr id="7" name="사각형: 둥근 위쪽 모서리 6">
            <a:extLst>
              <a:ext uri="{FF2B5EF4-FFF2-40B4-BE49-F238E27FC236}">
                <a16:creationId xmlns:a16="http://schemas.microsoft.com/office/drawing/2014/main" id="{8C91CE94-6D38-9681-325D-0B1B78D09992}"/>
              </a:ext>
            </a:extLst>
          </p:cNvPr>
          <p:cNvSpPr/>
          <p:nvPr/>
        </p:nvSpPr>
        <p:spPr>
          <a:xfrm rot="5400000">
            <a:off x="-199832" y="676080"/>
            <a:ext cx="656838" cy="257176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297FC2FA-C201-247C-342D-3EC456A08491}"/>
              </a:ext>
            </a:extLst>
          </p:cNvPr>
          <p:cNvSpPr/>
          <p:nvPr/>
        </p:nvSpPr>
        <p:spPr>
          <a:xfrm>
            <a:off x="582472" y="1745042"/>
            <a:ext cx="3196800" cy="899064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12">
            <a:extLst>
              <a:ext uri="{FF2B5EF4-FFF2-40B4-BE49-F238E27FC236}">
                <a16:creationId xmlns:a16="http://schemas.microsoft.com/office/drawing/2014/main" id="{52C23123-5026-0BDA-2C21-65A0EF83C9A1}"/>
              </a:ext>
            </a:extLst>
          </p:cNvPr>
          <p:cNvSpPr/>
          <p:nvPr/>
        </p:nvSpPr>
        <p:spPr>
          <a:xfrm>
            <a:off x="721324" y="1514209"/>
            <a:ext cx="480298" cy="461665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4" name="그래픽 13" descr="전구 단색으로 채워진">
            <a:extLst>
              <a:ext uri="{FF2B5EF4-FFF2-40B4-BE49-F238E27FC236}">
                <a16:creationId xmlns:a16="http://schemas.microsoft.com/office/drawing/2014/main" id="{D2312C28-760A-0CE7-551A-A46588CB2D4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p:blipFill>
        <p:spPr>
          <a:xfrm>
            <a:off x="780978" y="1564546"/>
            <a:ext cx="360991" cy="360991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965FDA3-62F3-2DB6-DFF5-643AEA268CE9}"/>
              </a:ext>
            </a:extLst>
          </p:cNvPr>
          <p:cNvSpPr txBox="1"/>
          <p:nvPr/>
        </p:nvSpPr>
        <p:spPr>
          <a:xfrm>
            <a:off x="1182252" y="1499140"/>
            <a:ext cx="876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r>
              <a:rPr lang="ko-KR" altLang="en-US" dirty="0"/>
              <a:t>피드백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D79549-0FAF-E4E0-4BFF-427BCD9220C8}"/>
              </a:ext>
            </a:extLst>
          </p:cNvPr>
          <p:cNvSpPr txBox="1"/>
          <p:nvPr/>
        </p:nvSpPr>
        <p:spPr>
          <a:xfrm>
            <a:off x="4865654" y="1499140"/>
            <a:ext cx="876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r>
              <a:rPr lang="ko-KR" altLang="en-US" dirty="0"/>
              <a:t>문제점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BCFD0F-1137-392A-EA41-2A9991C6DABE}"/>
              </a:ext>
            </a:extLst>
          </p:cNvPr>
          <p:cNvSpPr txBox="1"/>
          <p:nvPr/>
        </p:nvSpPr>
        <p:spPr>
          <a:xfrm>
            <a:off x="1117960" y="1898499"/>
            <a:ext cx="2125825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50" dirty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프로젝트의 결과나 성과가 없다면</a:t>
            </a:r>
            <a:r>
              <a:rPr lang="en-US" altLang="ko-KR" sz="1150" dirty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, </a:t>
            </a:r>
          </a:p>
          <a:p>
            <a:pPr algn="ctr">
              <a:lnSpc>
                <a:spcPct val="150000"/>
              </a:lnSpc>
            </a:pPr>
            <a:r>
              <a:rPr lang="ko-KR" altLang="en-US" sz="1150" dirty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이에 따른 피드백을 적어주세요</a:t>
            </a:r>
            <a:r>
              <a:rPr lang="en-US" altLang="ko-KR" sz="1150" dirty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lang="ko-KR" altLang="en-US" sz="1150" dirty="0">
              <a:solidFill>
                <a:schemeClr val="accent3">
                  <a:lumMod val="65000"/>
                  <a:lumOff val="35000"/>
                </a:schemeClr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3" name="사각형: 둥근 모서리 22">
            <a:extLst>
              <a:ext uri="{FF2B5EF4-FFF2-40B4-BE49-F238E27FC236}">
                <a16:creationId xmlns:a16="http://schemas.microsoft.com/office/drawing/2014/main" id="{826E80CF-3A47-5E67-4F30-76E3CFCCB05F}"/>
              </a:ext>
            </a:extLst>
          </p:cNvPr>
          <p:cNvSpPr/>
          <p:nvPr/>
        </p:nvSpPr>
        <p:spPr>
          <a:xfrm>
            <a:off x="4229368" y="1745042"/>
            <a:ext cx="3197500" cy="899064"/>
          </a:xfrm>
          <a:prstGeom prst="roundRect">
            <a:avLst>
              <a:gd name="adj" fmla="val 40434"/>
            </a:avLst>
          </a:prstGeom>
          <a:solidFill>
            <a:schemeClr val="accent2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7BBEF26E-E619-C4A0-E04C-173430E7FC7D}"/>
              </a:ext>
            </a:extLst>
          </p:cNvPr>
          <p:cNvSpPr/>
          <p:nvPr/>
        </p:nvSpPr>
        <p:spPr>
          <a:xfrm>
            <a:off x="4399954" y="1514209"/>
            <a:ext cx="480298" cy="461665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7" name="그래픽 16" descr="User">
            <a:extLst>
              <a:ext uri="{FF2B5EF4-FFF2-40B4-BE49-F238E27FC236}">
                <a16:creationId xmlns:a16="http://schemas.microsoft.com/office/drawing/2014/main" id="{673F6C9D-17F1-8CF4-8291-B141416DD7E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4459608" y="1564546"/>
            <a:ext cx="360991" cy="36099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52A9493D-DBCC-BA2D-2300-594350CD9FCF}"/>
              </a:ext>
            </a:extLst>
          </p:cNvPr>
          <p:cNvSpPr txBox="1"/>
          <p:nvPr/>
        </p:nvSpPr>
        <p:spPr>
          <a:xfrm>
            <a:off x="4765206" y="1898499"/>
            <a:ext cx="2125825" cy="5921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1150" dirty="0">
                <a:solidFill>
                  <a:schemeClr val="accent1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본인이 수행한 활동에서의 </a:t>
            </a:r>
            <a:endParaRPr lang="en-US" altLang="ko-KR" sz="1150" dirty="0">
              <a:solidFill>
                <a:schemeClr val="accent1"/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  <a:p>
            <a:pPr algn="ctr">
              <a:lnSpc>
                <a:spcPct val="150000"/>
              </a:lnSpc>
            </a:pPr>
            <a:r>
              <a:rPr lang="ko-KR" altLang="en-US" sz="1150" dirty="0">
                <a:solidFill>
                  <a:schemeClr val="accent1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문제점을 입력해주세요</a:t>
            </a:r>
            <a:r>
              <a:rPr lang="en-US" altLang="ko-KR" sz="1150" dirty="0">
                <a:solidFill>
                  <a:schemeClr val="accent1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.</a:t>
            </a:r>
            <a:endParaRPr lang="ko-KR" altLang="en-US" sz="1150" dirty="0">
              <a:solidFill>
                <a:schemeClr val="accent1"/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28" name="사각형: 둥근 모서리 27">
            <a:extLst>
              <a:ext uri="{FF2B5EF4-FFF2-40B4-BE49-F238E27FC236}">
                <a16:creationId xmlns:a16="http://schemas.microsoft.com/office/drawing/2014/main" id="{D7A24D6E-D5E6-BE7C-CB27-27FBE605C8D2}"/>
              </a:ext>
            </a:extLst>
          </p:cNvPr>
          <p:cNvSpPr/>
          <p:nvPr/>
        </p:nvSpPr>
        <p:spPr>
          <a:xfrm>
            <a:off x="565393" y="3034886"/>
            <a:ext cx="2074000" cy="2118463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F2259F6C-A6F3-24F1-C1F8-CF60ED0E016A}"/>
              </a:ext>
            </a:extLst>
          </p:cNvPr>
          <p:cNvSpPr/>
          <p:nvPr/>
        </p:nvSpPr>
        <p:spPr>
          <a:xfrm>
            <a:off x="719334" y="2715362"/>
            <a:ext cx="480298" cy="461665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F108359-9439-2270-05AB-833A31064F0E}"/>
              </a:ext>
            </a:extLst>
          </p:cNvPr>
          <p:cNvSpPr txBox="1"/>
          <p:nvPr/>
        </p:nvSpPr>
        <p:spPr>
          <a:xfrm>
            <a:off x="1180262" y="2808362"/>
            <a:ext cx="8768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r>
              <a:rPr lang="ko-KR" altLang="en-US" dirty="0" smtClean="0"/>
              <a:t>목차 </a:t>
            </a:r>
            <a:endParaRPr lang="ko-KR" altLang="en-US" dirty="0"/>
          </a:p>
        </p:txBody>
      </p:sp>
      <p:pic>
        <p:nvPicPr>
          <p:cNvPr id="27" name="グラフィックス 56" descr="Head with Gears">
            <a:extLst>
              <a:ext uri="{FF2B5EF4-FFF2-40B4-BE49-F238E27FC236}">
                <a16:creationId xmlns:a16="http://schemas.microsoft.com/office/drawing/2014/main" id="{C7ED24CA-C03A-B605-0A99-D9FBE196164B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p:blipFill>
        <p:spPr>
          <a:xfrm>
            <a:off x="778988" y="2765699"/>
            <a:ext cx="360991" cy="360991"/>
          </a:xfrm>
          <a:prstGeom prst="rect">
            <a:avLst/>
          </a:prstGeom>
        </p:spPr>
      </p:pic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AE4D7624-1EB3-0474-B96D-887A525DE339}"/>
              </a:ext>
            </a:extLst>
          </p:cNvPr>
          <p:cNvSpPr/>
          <p:nvPr/>
        </p:nvSpPr>
        <p:spPr>
          <a:xfrm>
            <a:off x="2192046" y="3034886"/>
            <a:ext cx="2074000" cy="2118463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9C67BCC-2A16-BA60-5C03-73A0773457EB}"/>
              </a:ext>
            </a:extLst>
          </p:cNvPr>
          <p:cNvSpPr/>
          <p:nvPr/>
        </p:nvSpPr>
        <p:spPr>
          <a:xfrm>
            <a:off x="3718943" y="3009210"/>
            <a:ext cx="2074000" cy="2139715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290808BB-2452-76BE-00C3-BADEAE30F327}"/>
              </a:ext>
            </a:extLst>
          </p:cNvPr>
          <p:cNvSpPr/>
          <p:nvPr/>
        </p:nvSpPr>
        <p:spPr>
          <a:xfrm>
            <a:off x="5104519" y="3034886"/>
            <a:ext cx="2074000" cy="2118463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사각형: 둥근 모서리 31">
            <a:extLst>
              <a:ext uri="{FF2B5EF4-FFF2-40B4-BE49-F238E27FC236}">
                <a16:creationId xmlns:a16="http://schemas.microsoft.com/office/drawing/2014/main" id="{E2C389B0-DB7D-8DB2-C919-C92BFF12402B}"/>
              </a:ext>
            </a:extLst>
          </p:cNvPr>
          <p:cNvSpPr/>
          <p:nvPr/>
        </p:nvSpPr>
        <p:spPr>
          <a:xfrm>
            <a:off x="6539971" y="3009211"/>
            <a:ext cx="2074000" cy="2139714"/>
          </a:xfrm>
          <a:prstGeom prst="roundRect">
            <a:avLst>
              <a:gd name="adj" fmla="val 40434"/>
            </a:avLst>
          </a:prstGeom>
          <a:solidFill>
            <a:schemeClr val="accent1"/>
          </a:solidFill>
          <a:ln>
            <a:solidFill>
              <a:schemeClr val="accent2"/>
            </a:solidFill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CCC4E45-0625-50DA-BE84-0F0115BD5D16}"/>
              </a:ext>
            </a:extLst>
          </p:cNvPr>
          <p:cNvSpPr txBox="1"/>
          <p:nvPr/>
        </p:nvSpPr>
        <p:spPr>
          <a:xfrm>
            <a:off x="560038" y="3228451"/>
            <a:ext cx="2079355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1.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알고리즘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40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문자열 </a:t>
            </a:r>
            <a:r>
              <a:rPr lang="ko-KR" altLang="en-US" sz="1150" dirty="0" err="1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슬라이싱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50" dirty="0" err="1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반복문</a:t>
            </a:r>
            <a:r>
              <a:rPr lang="en-US" altLang="ko-KR" sz="10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(for, switch) </a:t>
            </a:r>
            <a:r>
              <a:rPr lang="ko-KR" altLang="en-US" sz="110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활용</a:t>
            </a:r>
            <a:r>
              <a:rPr lang="ko-KR" altLang="en-US" sz="10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</a:t>
            </a:r>
            <a:endParaRPr lang="en-US" altLang="ko-KR" sz="1150" dirty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err="1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HashMap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이진 트리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257398-73F1-90AA-9C00-E9532A27FC82}"/>
              </a:ext>
            </a:extLst>
          </p:cNvPr>
          <p:cNvSpPr txBox="1"/>
          <p:nvPr/>
        </p:nvSpPr>
        <p:spPr>
          <a:xfrm>
            <a:off x="2192047" y="3211831"/>
            <a:ext cx="1944738" cy="1535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2.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네트워크</a:t>
            </a:r>
            <a:endParaRPr lang="en-US" altLang="ko-KR" sz="1150" dirty="0">
              <a:solidFill>
                <a:schemeClr val="accent3">
                  <a:lumMod val="65000"/>
                  <a:lumOff val="35000"/>
                </a:schemeClr>
              </a:solidFill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40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Restful API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</a:t>
            </a:r>
            <a:endParaRPr lang="en-US" altLang="ko-KR" sz="1150" dirty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Port Scanner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Session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활용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 algn="ctr">
              <a:lnSpc>
                <a:spcPct val="150000"/>
              </a:lnSpc>
              <a:buFontTx/>
              <a:buChar char="-"/>
            </a:pPr>
            <a:endParaRPr lang="en-US" altLang="ko-KR" sz="1150" dirty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B7E8734-0488-ECDA-E43D-63E0F628111F}"/>
              </a:ext>
            </a:extLst>
          </p:cNvPr>
          <p:cNvSpPr txBox="1"/>
          <p:nvPr/>
        </p:nvSpPr>
        <p:spPr>
          <a:xfrm>
            <a:off x="3743882" y="3211827"/>
            <a:ext cx="1785471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3.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운영체제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40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캐시 메모리 관리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Cache Hit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Cache Miss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30714F9-41C9-70C4-979A-EFFCDE9EF357}"/>
              </a:ext>
            </a:extLst>
          </p:cNvPr>
          <p:cNvSpPr txBox="1"/>
          <p:nvPr/>
        </p:nvSpPr>
        <p:spPr>
          <a:xfrm>
            <a:off x="5207267" y="3170265"/>
            <a:ext cx="1987878" cy="1777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4.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데이터베이스</a:t>
            </a:r>
            <a:endParaRPr lang="en-US" altLang="ko-KR" sz="1150" dirty="0">
              <a:solidFill>
                <a:schemeClr val="accent3">
                  <a:lumMod val="65000"/>
                  <a:lumOff val="35000"/>
                </a:schemeClr>
              </a:solidFill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40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데이터 타입 선정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View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생성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M:M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관계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B-Tree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인덱스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인근 감염자 알림</a:t>
            </a:r>
            <a:endParaRPr lang="ko-KR" altLang="en-US" sz="1150" dirty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9E5BF0-244D-6C69-6E17-5629DB38FEF4}"/>
              </a:ext>
            </a:extLst>
          </p:cNvPr>
          <p:cNvSpPr txBox="1"/>
          <p:nvPr/>
        </p:nvSpPr>
        <p:spPr>
          <a:xfrm>
            <a:off x="6546942" y="3153640"/>
            <a:ext cx="2067029" cy="1511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               5. 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기타</a:t>
            </a:r>
            <a:r>
              <a:rPr lang="ko-KR" altLang="en-US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 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endParaRPr lang="en-US" altLang="ko-KR" sz="40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Regex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SHA-256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en-US" altLang="ko-KR" sz="1150" dirty="0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Role Based Access Control</a:t>
            </a:r>
          </a:p>
          <a:p>
            <a:pPr marL="171450" indent="-171450">
              <a:lnSpc>
                <a:spcPct val="150000"/>
              </a:lnSpc>
              <a:buFontTx/>
              <a:buChar char="-"/>
            </a:pPr>
            <a:r>
              <a:rPr lang="ko-KR" altLang="en-US" sz="1150" dirty="0" err="1" smtClean="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라즈베리파이</a:t>
            </a:r>
            <a:endParaRPr lang="en-US" altLang="ko-KR" sz="1150" dirty="0" smtClean="0">
              <a:solidFill>
                <a:schemeClr val="accent3">
                  <a:lumMod val="65000"/>
                  <a:lumOff val="35000"/>
                </a:schemeClr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9" name="1/2 액자 38">
            <a:extLst>
              <a:ext uri="{FF2B5EF4-FFF2-40B4-BE49-F238E27FC236}">
                <a16:creationId xmlns:a16="http://schemas.microsoft.com/office/drawing/2014/main" id="{B0E09E27-67A2-51FD-886C-CF42AF1A6E0B}"/>
              </a:ext>
            </a:extLst>
          </p:cNvPr>
          <p:cNvSpPr/>
          <p:nvPr/>
        </p:nvSpPr>
        <p:spPr>
          <a:xfrm rot="13471254">
            <a:off x="3774735" y="5218659"/>
            <a:ext cx="440828" cy="440828"/>
          </a:xfrm>
          <a:prstGeom prst="halfFrame">
            <a:avLst>
              <a:gd name="adj1" fmla="val 15272"/>
              <a:gd name="adj2" fmla="val 1671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0" name="1/2 액자 39">
            <a:extLst>
              <a:ext uri="{FF2B5EF4-FFF2-40B4-BE49-F238E27FC236}">
                <a16:creationId xmlns:a16="http://schemas.microsoft.com/office/drawing/2014/main" id="{C14E5A23-6B1E-EBE1-B5FD-ED98BABE9F7A}"/>
              </a:ext>
            </a:extLst>
          </p:cNvPr>
          <p:cNvSpPr/>
          <p:nvPr/>
        </p:nvSpPr>
        <p:spPr>
          <a:xfrm rot="13471254">
            <a:off x="3766440" y="5095605"/>
            <a:ext cx="440828" cy="440828"/>
          </a:xfrm>
          <a:prstGeom prst="halfFrame">
            <a:avLst>
              <a:gd name="adj1" fmla="val 15272"/>
              <a:gd name="adj2" fmla="val 16717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42" name="사각형: 둥근 모서리 41">
            <a:extLst>
              <a:ext uri="{FF2B5EF4-FFF2-40B4-BE49-F238E27FC236}">
                <a16:creationId xmlns:a16="http://schemas.microsoft.com/office/drawing/2014/main" id="{8777291B-A0B9-6ACF-F2CF-AF5B7A46F3A1}"/>
              </a:ext>
            </a:extLst>
          </p:cNvPr>
          <p:cNvSpPr/>
          <p:nvPr/>
        </p:nvSpPr>
        <p:spPr>
          <a:xfrm>
            <a:off x="560038" y="5848875"/>
            <a:ext cx="6864864" cy="582530"/>
          </a:xfrm>
          <a:prstGeom prst="roundRect">
            <a:avLst>
              <a:gd name="adj" fmla="val 40434"/>
            </a:avLst>
          </a:prstGeom>
          <a:solidFill>
            <a:schemeClr val="accent2"/>
          </a:solidFill>
          <a:ln>
            <a:noFill/>
          </a:ln>
          <a:effectLst>
            <a:outerShdw blurRad="127000" dist="38100" dir="2700000" algn="tl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397FD37-DEF1-A174-39F2-144371033A0F}"/>
              </a:ext>
            </a:extLst>
          </p:cNvPr>
          <p:cNvSpPr txBox="1"/>
          <p:nvPr/>
        </p:nvSpPr>
        <p:spPr>
          <a:xfrm>
            <a:off x="1715924" y="6005488"/>
            <a:ext cx="4553093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50" b="1" dirty="0" err="1" smtClean="0">
                <a:solidFill>
                  <a:schemeClr val="accent1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컴</a:t>
            </a:r>
            <a:r>
              <a:rPr lang="ko-KR" altLang="en-US" sz="1150" b="1" dirty="0" smtClean="0">
                <a:solidFill>
                  <a:schemeClr val="accent1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</a:t>
            </a:r>
            <a:r>
              <a:rPr lang="ko-KR" altLang="en-US" sz="1150" b="1" dirty="0" err="1" smtClean="0">
                <a:solidFill>
                  <a:schemeClr val="accent1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퓨</a:t>
            </a:r>
            <a:r>
              <a:rPr lang="ko-KR" altLang="en-US" sz="1150" b="1" dirty="0" smtClean="0">
                <a:solidFill>
                  <a:schemeClr val="accent1"/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rPr>
              <a:t> 터 공 학  전 반 에 대 한  이 해 도  확 립</a:t>
            </a:r>
            <a:endParaRPr lang="ko-KR" altLang="en-US" sz="1150" b="1" dirty="0">
              <a:solidFill>
                <a:schemeClr val="accent1"/>
              </a:solidFill>
              <a:latin typeface="프리젠테이션 3 Light" pitchFamily="2" charset="-127"/>
              <a:ea typeface="프리젠테이션 3 Light" pitchFamily="2" charset="-127"/>
              <a:cs typeface="Pretendard Light" panose="02000403000000020004" pitchFamily="2" charset="-127"/>
            </a:endParaRPr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99A703F-A748-05EA-F52E-0177E3852627}"/>
              </a:ext>
            </a:extLst>
          </p:cNvPr>
          <p:cNvSpPr/>
          <p:nvPr/>
        </p:nvSpPr>
        <p:spPr>
          <a:xfrm>
            <a:off x="719334" y="5500153"/>
            <a:ext cx="480298" cy="461665"/>
          </a:xfrm>
          <a:prstGeom prst="roundRect">
            <a:avLst>
              <a:gd name="adj" fmla="val 28173"/>
            </a:avLst>
          </a:prstGeom>
          <a:solidFill>
            <a:schemeClr val="bg1"/>
          </a:solidFill>
          <a:ln>
            <a:noFill/>
          </a:ln>
          <a:effectLst>
            <a:outerShdw blurRad="177800" sx="101000" sy="101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C3ED39-359E-31C3-1CCB-A09E5EDA3B50}"/>
              </a:ext>
            </a:extLst>
          </p:cNvPr>
          <p:cNvSpPr txBox="1"/>
          <p:nvPr/>
        </p:nvSpPr>
        <p:spPr>
          <a:xfrm>
            <a:off x="1180262" y="5485084"/>
            <a:ext cx="87680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200">
                <a:solidFill>
                  <a:schemeClr val="accent2"/>
                </a:solidFill>
                <a:latin typeface="프리젠테이션 6 SemiBold" pitchFamily="2" charset="-127"/>
                <a:ea typeface="프리젠테이션 6 SemiBold" pitchFamily="2" charset="-127"/>
                <a:cs typeface="Pretendard SemiBold" panose="02000703000000020004" pitchFamily="2" charset="-127"/>
              </a:defRPr>
            </a:lvl1pPr>
          </a:lstStyle>
          <a:p>
            <a:r>
              <a:rPr lang="ko-KR" altLang="en-US" dirty="0"/>
              <a:t>인사이트 </a:t>
            </a:r>
          </a:p>
        </p:txBody>
      </p:sp>
      <p:pic>
        <p:nvPicPr>
          <p:cNvPr id="46" name="图形 23" descr="Magnifying glass">
            <a:extLst>
              <a:ext uri="{FF2B5EF4-FFF2-40B4-BE49-F238E27FC236}">
                <a16:creationId xmlns:a16="http://schemas.microsoft.com/office/drawing/2014/main" id="{F7853AD7-F7A9-766D-A6DE-1BDF2534E328}"/>
              </a:ext>
            </a:extLst>
          </p:cNvPr>
          <p:cNvPicPr>
            <a:picLocks noChangeAspect="1"/>
          </p:cNvPicPr>
          <p:nvPr/>
        </p:nvPicPr>
        <p:blipFill>
          <a:blip r:embed="rId9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p:blipFill>
        <p:spPr>
          <a:xfrm>
            <a:off x="778988" y="5550490"/>
            <a:ext cx="360991" cy="36099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54C7715-0398-74F0-B27B-E45A97CEDF55}"/>
              </a:ext>
            </a:extLst>
          </p:cNvPr>
          <p:cNvSpPr txBox="1"/>
          <p:nvPr/>
        </p:nvSpPr>
        <p:spPr>
          <a:xfrm>
            <a:off x="465138" y="540308"/>
            <a:ext cx="396716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600" dirty="0" smtClean="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온라인 통합 의료 서비스 플랫폼</a:t>
            </a:r>
            <a:endParaRPr lang="ko-KR" altLang="en-US" sz="2600" dirty="0">
              <a:solidFill>
                <a:schemeClr val="accent3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2413FE-054B-118D-355C-D3E63DAE6A60}"/>
              </a:ext>
            </a:extLst>
          </p:cNvPr>
          <p:cNvSpPr txBox="1"/>
          <p:nvPr/>
        </p:nvSpPr>
        <p:spPr>
          <a:xfrm>
            <a:off x="498244" y="972308"/>
            <a:ext cx="396716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500">
                <a:solidFill>
                  <a:schemeClr val="accent3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defRPr>
            </a:lvl1pPr>
          </a:lstStyle>
          <a:p>
            <a:r>
              <a:rPr lang="en-US" altLang="ko-KR" dirty="0" smtClean="0"/>
              <a:t>- </a:t>
            </a:r>
            <a:r>
              <a:rPr lang="ko-KR" altLang="en-US" dirty="0" smtClean="0"/>
              <a:t>컴퓨터 공학 개론을 중심으로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E766FA-F310-07DB-A502-1CC857E8A0AF}"/>
              </a:ext>
            </a:extLst>
          </p:cNvPr>
          <p:cNvSpPr txBox="1"/>
          <p:nvPr/>
        </p:nvSpPr>
        <p:spPr>
          <a:xfrm>
            <a:off x="4136784" y="716969"/>
            <a:ext cx="1367630" cy="2693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150">
                <a:solidFill>
                  <a:schemeClr val="accent3">
                    <a:lumMod val="65000"/>
                    <a:lumOff val="35000"/>
                  </a:schemeClr>
                </a:solidFill>
                <a:latin typeface="프리젠테이션 3 Light" pitchFamily="2" charset="-127"/>
                <a:ea typeface="프리젠테이션 3 Light" pitchFamily="2" charset="-127"/>
                <a:cs typeface="Pretendard Light" panose="02000403000000020004" pitchFamily="2" charset="-127"/>
              </a:defRPr>
            </a:lvl1pPr>
          </a:lstStyle>
          <a:p>
            <a:r>
              <a:rPr lang="en-US" altLang="ko-KR" dirty="0"/>
              <a:t>2023.02 ~ 2023.12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8629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FCDFCD-3AA4-CDD7-19A3-C7E7512B54C6}"/>
              </a:ext>
            </a:extLst>
          </p:cNvPr>
          <p:cNvSpPr txBox="1"/>
          <p:nvPr/>
        </p:nvSpPr>
        <p:spPr>
          <a:xfrm>
            <a:off x="839244" y="1365337"/>
            <a:ext cx="68084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600" smtClean="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온라인 통합 의료 서비스 플랫폼</a:t>
            </a:r>
            <a:endParaRPr lang="ko-KR" altLang="en-US" sz="4600" dirty="0">
              <a:solidFill>
                <a:schemeClr val="accent2"/>
              </a:solidFill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626B8-D9F4-4D90-BD50-C555304EBABB}"/>
              </a:ext>
            </a:extLst>
          </p:cNvPr>
          <p:cNvSpPr txBox="1"/>
          <p:nvPr/>
        </p:nvSpPr>
        <p:spPr>
          <a:xfrm>
            <a:off x="9051418" y="4317000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00</a:t>
            </a:r>
            <a:r>
              <a:rPr lang="ko-KR" altLang="en-US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디자인 프로젝트 </a:t>
            </a: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4E5C8D8E-3E58-823D-35FA-08CCD1D50FE9}"/>
              </a:ext>
            </a:extLst>
          </p:cNvPr>
          <p:cNvSpPr/>
          <p:nvPr/>
        </p:nvSpPr>
        <p:spPr>
          <a:xfrm rot="5400000">
            <a:off x="8881063" y="4418503"/>
            <a:ext cx="180045" cy="15521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7530F-0060-B97D-DFB8-2247E3507E6F}"/>
              </a:ext>
            </a:extLst>
          </p:cNvPr>
          <p:cNvSpPr txBox="1"/>
          <p:nvPr/>
        </p:nvSpPr>
        <p:spPr>
          <a:xfrm>
            <a:off x="9051418" y="4715109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00</a:t>
            </a:r>
            <a:r>
              <a:rPr lang="ko-KR" altLang="en-US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디자인 프로젝트 </a:t>
            </a: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B54AC0AF-15C0-458F-2007-8D500B5E22F3}"/>
              </a:ext>
            </a:extLst>
          </p:cNvPr>
          <p:cNvSpPr/>
          <p:nvPr/>
        </p:nvSpPr>
        <p:spPr>
          <a:xfrm rot="5400000">
            <a:off x="8881063" y="4816612"/>
            <a:ext cx="180045" cy="15521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BAAE2F-1BDC-E503-F359-07CFABA7FAED}"/>
              </a:ext>
            </a:extLst>
          </p:cNvPr>
          <p:cNvSpPr txBox="1"/>
          <p:nvPr/>
        </p:nvSpPr>
        <p:spPr>
          <a:xfrm>
            <a:off x="9051418" y="5128724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00</a:t>
            </a:r>
            <a:r>
              <a:rPr lang="ko-KR" altLang="en-US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디자인 프로젝트 </a:t>
            </a:r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3D032F84-D59C-0294-EC3D-B029C7CA74CC}"/>
              </a:ext>
            </a:extLst>
          </p:cNvPr>
          <p:cNvSpPr/>
          <p:nvPr/>
        </p:nvSpPr>
        <p:spPr>
          <a:xfrm rot="5400000">
            <a:off x="8881063" y="5230227"/>
            <a:ext cx="180045" cy="15521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A17925-2167-70C0-6DD9-B9A4AD6ABE1E}"/>
              </a:ext>
            </a:extLst>
          </p:cNvPr>
          <p:cNvSpPr txBox="1"/>
          <p:nvPr/>
        </p:nvSpPr>
        <p:spPr>
          <a:xfrm>
            <a:off x="839244" y="729668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solidFill>
                  <a:schemeClr val="accent2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CONTENT.2</a:t>
            </a:r>
            <a:endParaRPr lang="ko-KR" altLang="en-US" sz="2400" dirty="0">
              <a:solidFill>
                <a:schemeClr val="accent2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66B20-A6A9-8317-79BC-42385664BAA5}"/>
              </a:ext>
            </a:extLst>
          </p:cNvPr>
          <p:cNvSpPr txBox="1"/>
          <p:nvPr/>
        </p:nvSpPr>
        <p:spPr>
          <a:xfrm>
            <a:off x="8326648" y="732787"/>
            <a:ext cx="320666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 smtClean="0">
                <a:ln w="19050">
                  <a:solidFill>
                    <a:schemeClr val="accent2"/>
                  </a:solidFill>
                </a:ln>
                <a:noFill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02</a:t>
            </a:r>
            <a:endParaRPr lang="ko-KR" altLang="en-US" sz="19900" dirty="0">
              <a:ln w="19050">
                <a:solidFill>
                  <a:schemeClr val="accent2"/>
                </a:solidFill>
              </a:ln>
              <a:noFill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6D9E7F-9A5D-267D-0A94-AEA07251E036}"/>
              </a:ext>
            </a:extLst>
          </p:cNvPr>
          <p:cNvSpPr txBox="1"/>
          <p:nvPr/>
        </p:nvSpPr>
        <p:spPr>
          <a:xfrm>
            <a:off x="864296" y="2031876"/>
            <a:ext cx="3001058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 smtClean="0">
                <a:solidFill>
                  <a:schemeClr val="accent2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- Entity </a:t>
            </a:r>
            <a:r>
              <a:rPr lang="ko-KR" altLang="en-US" sz="2600" dirty="0" smtClean="0">
                <a:solidFill>
                  <a:schemeClr val="accent2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소개</a:t>
            </a:r>
            <a:endParaRPr lang="ko-KR" altLang="en-US" sz="2600" dirty="0">
              <a:solidFill>
                <a:schemeClr val="accent2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59164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597873" cy="300082"/>
          </a:xfrm>
        </p:spPr>
        <p:txBody>
          <a:bodyPr/>
          <a:lstStyle/>
          <a:p>
            <a:r>
              <a:rPr lang="en-US" altLang="ko-KR" dirty="0" smtClean="0"/>
              <a:t>- Entity 1) Patient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613" y="1761855"/>
            <a:ext cx="4813582" cy="377442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1195" y="1755396"/>
            <a:ext cx="3482724" cy="3779818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3919" y="1755395"/>
            <a:ext cx="3636766" cy="194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50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8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597873" cy="300082"/>
          </a:xfrm>
        </p:spPr>
        <p:txBody>
          <a:bodyPr/>
          <a:lstStyle/>
          <a:p>
            <a:r>
              <a:rPr lang="en-US" altLang="ko-KR" dirty="0" smtClean="0"/>
              <a:t>- Entity 1) Patient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7051" y="1127367"/>
            <a:ext cx="4803134" cy="5398102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185" y="1106654"/>
            <a:ext cx="4247800" cy="541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738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390445" cy="300082"/>
          </a:xfrm>
        </p:spPr>
        <p:txBody>
          <a:bodyPr/>
          <a:lstStyle/>
          <a:p>
            <a:r>
              <a:rPr lang="en-US" altLang="ko-KR" dirty="0" smtClean="0"/>
              <a:t>- Entity 2) User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4645" y="1188719"/>
            <a:ext cx="7004172" cy="5494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4802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390445" cy="300082"/>
          </a:xfrm>
        </p:spPr>
        <p:txBody>
          <a:bodyPr/>
          <a:lstStyle/>
          <a:p>
            <a:r>
              <a:rPr lang="en-US" altLang="ko-KR" dirty="0" smtClean="0"/>
              <a:t>- Entity 2) User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27" y="1127367"/>
            <a:ext cx="3309040" cy="554142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08567" y="1127367"/>
            <a:ext cx="2758665" cy="554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435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2009846" cy="300082"/>
          </a:xfrm>
        </p:spPr>
        <p:txBody>
          <a:bodyPr/>
          <a:lstStyle/>
          <a:p>
            <a:r>
              <a:rPr lang="en-US" altLang="ko-KR" dirty="0" smtClean="0"/>
              <a:t>- Entity 3) </a:t>
            </a:r>
            <a:r>
              <a:rPr lang="en-US" altLang="ko-KR" dirty="0" err="1" smtClean="0"/>
              <a:t>D_Hospital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179" y="1406789"/>
            <a:ext cx="6003456" cy="4367477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2635" y="1406789"/>
            <a:ext cx="5578846" cy="436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6710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2009846" cy="300082"/>
          </a:xfrm>
        </p:spPr>
        <p:txBody>
          <a:bodyPr/>
          <a:lstStyle/>
          <a:p>
            <a:r>
              <a:rPr lang="en-US" altLang="ko-KR" dirty="0" smtClean="0"/>
              <a:t>- Entity 3) </a:t>
            </a:r>
            <a:r>
              <a:rPr lang="en-US" altLang="ko-KR" dirty="0" err="1" smtClean="0"/>
              <a:t>D_Hospital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667" y="1279717"/>
            <a:ext cx="10574867" cy="5162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824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2129750" cy="300082"/>
          </a:xfrm>
        </p:spPr>
        <p:txBody>
          <a:bodyPr/>
          <a:lstStyle/>
          <a:p>
            <a:r>
              <a:rPr lang="en-US" altLang="ko-KR" dirty="0" smtClean="0"/>
              <a:t>- Entity 4) Appointment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27" y="1279717"/>
            <a:ext cx="6944694" cy="535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694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2129750" cy="300082"/>
          </a:xfrm>
        </p:spPr>
        <p:txBody>
          <a:bodyPr/>
          <a:lstStyle/>
          <a:p>
            <a:r>
              <a:rPr lang="en-US" altLang="ko-KR" dirty="0" smtClean="0"/>
              <a:t>- Entity 4) Appointment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887" y="1279717"/>
            <a:ext cx="10573789" cy="5264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785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2129750" cy="300082"/>
          </a:xfrm>
        </p:spPr>
        <p:txBody>
          <a:bodyPr/>
          <a:lstStyle/>
          <a:p>
            <a:r>
              <a:rPr lang="en-US" altLang="ko-KR" dirty="0" smtClean="0"/>
              <a:t>- Entity 4) Appointment 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48949" y="1122362"/>
            <a:ext cx="5035149" cy="548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2462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504258" cy="300082"/>
          </a:xfrm>
        </p:spPr>
        <p:txBody>
          <a:bodyPr/>
          <a:lstStyle/>
          <a:p>
            <a:r>
              <a:rPr lang="en-US" altLang="ko-KR" dirty="0" smtClean="0"/>
              <a:t>- Entity 5) Board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7059" y="1212756"/>
            <a:ext cx="6861182" cy="544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62847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504258" cy="300082"/>
          </a:xfrm>
        </p:spPr>
        <p:txBody>
          <a:bodyPr/>
          <a:lstStyle/>
          <a:p>
            <a:r>
              <a:rPr lang="en-US" altLang="ko-KR" dirty="0" smtClean="0"/>
              <a:t>- Entity 5) Board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5345" y="1205064"/>
            <a:ext cx="8875612" cy="544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70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504258" cy="300082"/>
          </a:xfrm>
        </p:spPr>
        <p:txBody>
          <a:bodyPr/>
          <a:lstStyle/>
          <a:p>
            <a:r>
              <a:rPr lang="en-US" altLang="ko-KR" dirty="0" smtClean="0"/>
              <a:t>- Entity 5) Board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913" y="1642813"/>
            <a:ext cx="11460174" cy="3572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930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255" y="1733313"/>
            <a:ext cx="11393490" cy="3391373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504258" cy="300082"/>
          </a:xfrm>
        </p:spPr>
        <p:txBody>
          <a:bodyPr/>
          <a:lstStyle/>
          <a:p>
            <a:r>
              <a:rPr lang="en-US" altLang="ko-KR" dirty="0" smtClean="0"/>
              <a:t>- Entity 5) Board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84771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725472" cy="300082"/>
          </a:xfrm>
        </p:spPr>
        <p:txBody>
          <a:bodyPr/>
          <a:lstStyle/>
          <a:p>
            <a:r>
              <a:rPr lang="en-US" altLang="ko-KR" dirty="0" smtClean="0"/>
              <a:t>- Entity 6) </a:t>
            </a:r>
            <a:r>
              <a:rPr lang="en-US" altLang="ko-KR" dirty="0" err="1" smtClean="0"/>
              <a:t>ErrorLog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459" y="1355917"/>
            <a:ext cx="5425944" cy="435977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498403" y="1355917"/>
            <a:ext cx="6584024" cy="435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785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0" y="1297835"/>
            <a:ext cx="10412278" cy="2610214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725472" cy="300082"/>
          </a:xfrm>
        </p:spPr>
        <p:txBody>
          <a:bodyPr/>
          <a:lstStyle/>
          <a:p>
            <a:r>
              <a:rPr lang="en-US" altLang="ko-KR" dirty="0" smtClean="0"/>
              <a:t>- Entity 6) </a:t>
            </a:r>
            <a:r>
              <a:rPr lang="en-US" altLang="ko-KR" dirty="0" err="1" smtClean="0"/>
              <a:t>ErrorLog</a:t>
            </a:r>
            <a:endParaRPr lang="ko-KR" altLang="en-US" dirty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00" y="3908049"/>
            <a:ext cx="11880773" cy="2497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958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8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725472" cy="300082"/>
          </a:xfrm>
        </p:spPr>
        <p:txBody>
          <a:bodyPr/>
          <a:lstStyle/>
          <a:p>
            <a:r>
              <a:rPr lang="en-US" altLang="ko-KR" dirty="0" smtClean="0"/>
              <a:t>- Entity 6) </a:t>
            </a:r>
            <a:r>
              <a:rPr lang="en-US" altLang="ko-KR" dirty="0" err="1" smtClean="0"/>
              <a:t>ErrorLog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4650" y="1736406"/>
            <a:ext cx="7459116" cy="373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2864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294" y="2301344"/>
            <a:ext cx="7468642" cy="2238687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864934" cy="300082"/>
          </a:xfrm>
        </p:spPr>
        <p:txBody>
          <a:bodyPr/>
          <a:lstStyle/>
          <a:p>
            <a:r>
              <a:rPr lang="en-US" altLang="ko-KR" dirty="0" smtClean="0"/>
              <a:t>- Entity 7) </a:t>
            </a:r>
            <a:r>
              <a:rPr lang="en-US" altLang="ko-KR" dirty="0" err="1" smtClean="0"/>
              <a:t>SpotNews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98631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FCDFCD-3AA4-CDD7-19A3-C7E7512B54C6}"/>
              </a:ext>
            </a:extLst>
          </p:cNvPr>
          <p:cNvSpPr txBox="1"/>
          <p:nvPr/>
        </p:nvSpPr>
        <p:spPr>
          <a:xfrm>
            <a:off x="839244" y="1365337"/>
            <a:ext cx="6808465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600" smtClean="0">
                <a:solidFill>
                  <a:schemeClr val="accent2"/>
                </a:solidFill>
                <a:latin typeface="프리젠테이션 8 ExtraBold" pitchFamily="2" charset="-127"/>
                <a:ea typeface="프리젠테이션 8 ExtraBold" pitchFamily="2" charset="-127"/>
                <a:cs typeface="Pretendard ExtraBold" panose="02000903000000020004" pitchFamily="2" charset="-127"/>
              </a:rPr>
              <a:t>온라인 통합 의료 서비스 플랫폼</a:t>
            </a:r>
            <a:endParaRPr lang="ko-KR" altLang="en-US" sz="4600" dirty="0">
              <a:solidFill>
                <a:schemeClr val="accent2"/>
              </a:solidFill>
              <a:latin typeface="프리젠테이션 8 ExtraBold" pitchFamily="2" charset="-127"/>
              <a:ea typeface="프리젠테이션 8 ExtraBold" pitchFamily="2" charset="-127"/>
              <a:cs typeface="Pretendard ExtraBold" panose="02000903000000020004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0626B8-D9F4-4D90-BD50-C555304EBABB}"/>
              </a:ext>
            </a:extLst>
          </p:cNvPr>
          <p:cNvSpPr txBox="1"/>
          <p:nvPr/>
        </p:nvSpPr>
        <p:spPr>
          <a:xfrm>
            <a:off x="9051418" y="4317000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00</a:t>
            </a:r>
            <a:r>
              <a:rPr lang="ko-KR" altLang="en-US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디자인 프로젝트 </a:t>
            </a:r>
          </a:p>
        </p:txBody>
      </p:sp>
      <p:sp>
        <p:nvSpPr>
          <p:cNvPr id="13" name="이등변 삼각형 12">
            <a:extLst>
              <a:ext uri="{FF2B5EF4-FFF2-40B4-BE49-F238E27FC236}">
                <a16:creationId xmlns:a16="http://schemas.microsoft.com/office/drawing/2014/main" id="{4E5C8D8E-3E58-823D-35FA-08CCD1D50FE9}"/>
              </a:ext>
            </a:extLst>
          </p:cNvPr>
          <p:cNvSpPr/>
          <p:nvPr/>
        </p:nvSpPr>
        <p:spPr>
          <a:xfrm rot="5400000">
            <a:off x="8881063" y="4418503"/>
            <a:ext cx="180045" cy="15521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77530F-0060-B97D-DFB8-2247E3507E6F}"/>
              </a:ext>
            </a:extLst>
          </p:cNvPr>
          <p:cNvSpPr txBox="1"/>
          <p:nvPr/>
        </p:nvSpPr>
        <p:spPr>
          <a:xfrm>
            <a:off x="9051418" y="4715109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00</a:t>
            </a:r>
            <a:r>
              <a:rPr lang="ko-KR" altLang="en-US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디자인 프로젝트 </a:t>
            </a:r>
          </a:p>
        </p:txBody>
      </p:sp>
      <p:sp>
        <p:nvSpPr>
          <p:cNvPr id="16" name="이등변 삼각형 15">
            <a:extLst>
              <a:ext uri="{FF2B5EF4-FFF2-40B4-BE49-F238E27FC236}">
                <a16:creationId xmlns:a16="http://schemas.microsoft.com/office/drawing/2014/main" id="{B54AC0AF-15C0-458F-2007-8D500B5E22F3}"/>
              </a:ext>
            </a:extLst>
          </p:cNvPr>
          <p:cNvSpPr/>
          <p:nvPr/>
        </p:nvSpPr>
        <p:spPr>
          <a:xfrm rot="5400000">
            <a:off x="8881063" y="4816612"/>
            <a:ext cx="180045" cy="15521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BAAE2F-1BDC-E503-F359-07CFABA7FAED}"/>
              </a:ext>
            </a:extLst>
          </p:cNvPr>
          <p:cNvSpPr txBox="1"/>
          <p:nvPr/>
        </p:nvSpPr>
        <p:spPr>
          <a:xfrm>
            <a:off x="9051418" y="5128724"/>
            <a:ext cx="2052657" cy="3616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00</a:t>
            </a:r>
            <a:r>
              <a:rPr lang="ko-KR" altLang="en-US" sz="1750" dirty="0">
                <a:solidFill>
                  <a:schemeClr val="accent2"/>
                </a:solidFill>
                <a:latin typeface="프리젠테이션 2 ExtraLight" pitchFamily="2" charset="-127"/>
                <a:ea typeface="프리젠테이션 2 ExtraLight" pitchFamily="2" charset="-127"/>
                <a:cs typeface="Pretendard ExtraLight" panose="02000303000000020004" pitchFamily="2" charset="-127"/>
              </a:rPr>
              <a:t>디자인 프로젝트 </a:t>
            </a:r>
          </a:p>
        </p:txBody>
      </p:sp>
      <p:sp>
        <p:nvSpPr>
          <p:cNvPr id="20" name="이등변 삼각형 19">
            <a:extLst>
              <a:ext uri="{FF2B5EF4-FFF2-40B4-BE49-F238E27FC236}">
                <a16:creationId xmlns:a16="http://schemas.microsoft.com/office/drawing/2014/main" id="{3D032F84-D59C-0294-EC3D-B029C7CA74CC}"/>
              </a:ext>
            </a:extLst>
          </p:cNvPr>
          <p:cNvSpPr/>
          <p:nvPr/>
        </p:nvSpPr>
        <p:spPr>
          <a:xfrm rot="5400000">
            <a:off x="8881063" y="5230227"/>
            <a:ext cx="180045" cy="155211"/>
          </a:xfrm>
          <a:prstGeom prst="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2A17925-2167-70C0-6DD9-B9A4AD6ABE1E}"/>
              </a:ext>
            </a:extLst>
          </p:cNvPr>
          <p:cNvSpPr txBox="1"/>
          <p:nvPr/>
        </p:nvSpPr>
        <p:spPr>
          <a:xfrm>
            <a:off x="839244" y="729668"/>
            <a:ext cx="20793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 smtClean="0">
                <a:solidFill>
                  <a:schemeClr val="accent2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CONTENT.3</a:t>
            </a:r>
            <a:endParaRPr lang="ko-KR" altLang="en-US" sz="2400" dirty="0">
              <a:solidFill>
                <a:schemeClr val="accent2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66B20-A6A9-8317-79BC-42385664BAA5}"/>
              </a:ext>
            </a:extLst>
          </p:cNvPr>
          <p:cNvSpPr txBox="1"/>
          <p:nvPr/>
        </p:nvSpPr>
        <p:spPr>
          <a:xfrm>
            <a:off x="8326648" y="732787"/>
            <a:ext cx="3206663" cy="31547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9900" dirty="0" smtClean="0">
                <a:ln w="19050">
                  <a:solidFill>
                    <a:schemeClr val="accent2"/>
                  </a:solidFill>
                </a:ln>
                <a:noFill/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03</a:t>
            </a:r>
            <a:endParaRPr lang="ko-KR" altLang="en-US" sz="19900" dirty="0">
              <a:ln w="19050">
                <a:solidFill>
                  <a:schemeClr val="accent2"/>
                </a:solidFill>
              </a:ln>
              <a:noFill/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6D9E7F-9A5D-267D-0A94-AEA07251E036}"/>
              </a:ext>
            </a:extLst>
          </p:cNvPr>
          <p:cNvSpPr txBox="1"/>
          <p:nvPr/>
        </p:nvSpPr>
        <p:spPr>
          <a:xfrm>
            <a:off x="864295" y="2031876"/>
            <a:ext cx="385733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600" dirty="0" smtClean="0">
                <a:solidFill>
                  <a:schemeClr val="accent2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- D3.js</a:t>
            </a:r>
            <a:r>
              <a:rPr lang="ko-KR" altLang="en-US" sz="2600" dirty="0" smtClean="0">
                <a:solidFill>
                  <a:schemeClr val="accent2"/>
                </a:solidFill>
                <a:latin typeface="프리젠테이션 5 Medium" pitchFamily="2" charset="-127"/>
                <a:ea typeface="프리젠테이션 5 Medium" pitchFamily="2" charset="-127"/>
                <a:cs typeface="Pretendard Medium" panose="02000603000000020004" pitchFamily="2" charset="-127"/>
              </a:rPr>
              <a:t>를 활용한 데이터 시각화</a:t>
            </a:r>
            <a:endParaRPr lang="ko-KR" altLang="en-US" sz="2600" dirty="0">
              <a:solidFill>
                <a:schemeClr val="accent2"/>
              </a:solidFill>
              <a:latin typeface="프리젠테이션 5 Medium" pitchFamily="2" charset="-127"/>
              <a:ea typeface="프리젠테이션 5 Medium" pitchFamily="2" charset="-127"/>
              <a:cs typeface="Pretendard Medium" panose="020006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49543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187091" cy="300082"/>
          </a:xfrm>
        </p:spPr>
        <p:txBody>
          <a:bodyPr/>
          <a:lstStyle/>
          <a:p>
            <a:r>
              <a:rPr lang="en-US" altLang="ko-KR" dirty="0" smtClean="0"/>
              <a:t>-  </a:t>
            </a:r>
            <a:r>
              <a:rPr lang="ko-KR" altLang="en-US" dirty="0" smtClean="0"/>
              <a:t>데이터 시각화 메인 화면 </a:t>
            </a:r>
            <a:r>
              <a:rPr lang="en-US" altLang="ko-KR" dirty="0" smtClean="0"/>
              <a:t>UI : </a:t>
            </a:r>
            <a:r>
              <a:rPr lang="ko-KR" altLang="en-US" dirty="0" err="1" smtClean="0"/>
              <a:t>문진표</a:t>
            </a:r>
            <a:r>
              <a:rPr lang="ko-KR" altLang="en-US" dirty="0" smtClean="0"/>
              <a:t> 및 병원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02182"/>
            <a:ext cx="12192000" cy="552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144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244158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1) </a:t>
            </a:r>
            <a:r>
              <a:rPr lang="ko-KR" altLang="en-US" dirty="0" smtClean="0"/>
              <a:t>대구지역 </a:t>
            </a:r>
            <a:r>
              <a:rPr lang="en-US" altLang="ko-KR" dirty="0" smtClean="0"/>
              <a:t>Coivd-19 </a:t>
            </a:r>
            <a:r>
              <a:rPr lang="ko-KR" altLang="en-US" dirty="0" smtClean="0"/>
              <a:t>환자 분포 </a:t>
            </a:r>
            <a:endParaRPr lang="en-US" altLang="ko-KR" dirty="0" smtClean="0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99545" y="1127367"/>
            <a:ext cx="6804622" cy="5641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4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390031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2) </a:t>
            </a:r>
            <a:r>
              <a:rPr lang="ko-KR" altLang="en-US" dirty="0" smtClean="0"/>
              <a:t>대구지역 </a:t>
            </a:r>
            <a:r>
              <a:rPr lang="en-US" altLang="ko-KR" dirty="0" smtClean="0"/>
              <a:t>Coivd-19 </a:t>
            </a:r>
            <a:r>
              <a:rPr lang="ko-KR" altLang="en-US" dirty="0" err="1" smtClean="0"/>
              <a:t>문진표</a:t>
            </a:r>
            <a:r>
              <a:rPr lang="ko-KR" altLang="en-US" dirty="0" smtClean="0"/>
              <a:t> 차트 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24" y="1311381"/>
            <a:ext cx="9304452" cy="554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596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390031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2) </a:t>
            </a:r>
            <a:r>
              <a:rPr lang="ko-KR" altLang="en-US" dirty="0" smtClean="0"/>
              <a:t>대구지역 </a:t>
            </a:r>
            <a:r>
              <a:rPr lang="en-US" altLang="ko-KR" dirty="0" smtClean="0"/>
              <a:t>Coivd-19 </a:t>
            </a:r>
            <a:r>
              <a:rPr lang="ko-KR" altLang="en-US" dirty="0" err="1" smtClean="0"/>
              <a:t>문진표</a:t>
            </a:r>
            <a:r>
              <a:rPr lang="ko-KR" altLang="en-US" dirty="0" smtClean="0"/>
              <a:t> 차트 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1584" y="1225088"/>
            <a:ext cx="6791718" cy="5632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2758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8719" y="2015637"/>
            <a:ext cx="9822873" cy="4711121"/>
          </a:xfrm>
          <a:prstGeom prst="rect">
            <a:avLst/>
          </a:prstGeom>
        </p:spPr>
      </p:pic>
      <p:sp>
        <p:nvSpPr>
          <p:cNvPr id="8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9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390031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2) </a:t>
            </a:r>
            <a:r>
              <a:rPr lang="ko-KR" altLang="en-US" dirty="0" smtClean="0"/>
              <a:t>대구지역 </a:t>
            </a:r>
            <a:r>
              <a:rPr lang="en-US" altLang="ko-KR" dirty="0" smtClean="0"/>
              <a:t>Coivd-19 </a:t>
            </a:r>
            <a:r>
              <a:rPr lang="ko-KR" altLang="en-US" dirty="0" err="1" smtClean="0"/>
              <a:t>문진표</a:t>
            </a:r>
            <a:r>
              <a:rPr lang="ko-KR" altLang="en-US" dirty="0" smtClean="0"/>
              <a:t> 차트 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6849016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4044056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3) </a:t>
            </a:r>
            <a:r>
              <a:rPr lang="ko-KR" altLang="en-US" dirty="0" smtClean="0"/>
              <a:t>대구지역 </a:t>
            </a:r>
            <a:r>
              <a:rPr lang="en-US" altLang="ko-KR" dirty="0" smtClean="0"/>
              <a:t>Coivd-19 </a:t>
            </a:r>
            <a:r>
              <a:rPr lang="ko-KR" altLang="en-US" dirty="0" err="1" smtClean="0"/>
              <a:t>문진표</a:t>
            </a:r>
            <a:r>
              <a:rPr lang="ko-KR" altLang="en-US" dirty="0" smtClean="0"/>
              <a:t> 세부 통계 차트 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4065" y="1208434"/>
            <a:ext cx="7013766" cy="5565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8384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4044056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3) </a:t>
            </a:r>
            <a:r>
              <a:rPr lang="ko-KR" altLang="en-US" dirty="0" smtClean="0"/>
              <a:t>대구지역 </a:t>
            </a:r>
            <a:r>
              <a:rPr lang="en-US" altLang="ko-KR" dirty="0" smtClean="0"/>
              <a:t>Coivd-19 </a:t>
            </a:r>
            <a:r>
              <a:rPr lang="ko-KR" altLang="en-US" dirty="0" err="1" smtClean="0"/>
              <a:t>문진표</a:t>
            </a:r>
            <a:r>
              <a:rPr lang="ko-KR" altLang="en-US" dirty="0" smtClean="0"/>
              <a:t> 세부 통계 차트 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3623" y="1210164"/>
            <a:ext cx="6658115" cy="5647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6319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404778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4) </a:t>
            </a:r>
            <a:r>
              <a:rPr lang="ko-KR" altLang="en-US" dirty="0" smtClean="0"/>
              <a:t>대구 병원 지역별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진료과목 통계 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9644" y="1410536"/>
            <a:ext cx="5713331" cy="5447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1005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404778" cy="300082"/>
          </a:xfrm>
        </p:spPr>
        <p:txBody>
          <a:bodyPr/>
          <a:lstStyle/>
          <a:p>
            <a:pPr marL="285750" indent="-285750">
              <a:buFontTx/>
              <a:buChar char="-"/>
            </a:pPr>
            <a:r>
              <a:rPr lang="en-US" altLang="ko-KR" dirty="0" smtClean="0"/>
              <a:t>Chart 4) </a:t>
            </a:r>
            <a:r>
              <a:rPr lang="ko-KR" altLang="en-US" dirty="0" smtClean="0"/>
              <a:t>대구 병원 지역별 </a:t>
            </a:r>
            <a:r>
              <a:rPr lang="en-US" altLang="ko-KR" dirty="0" smtClean="0"/>
              <a:t>&amp; </a:t>
            </a:r>
            <a:r>
              <a:rPr lang="ko-KR" altLang="en-US" dirty="0" smtClean="0"/>
              <a:t>진료과목 통계 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7986" y="1127367"/>
            <a:ext cx="8821381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35851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14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3368230" cy="300082"/>
          </a:xfrm>
        </p:spPr>
        <p:txBody>
          <a:bodyPr/>
          <a:lstStyle/>
          <a:p>
            <a:r>
              <a:rPr lang="en-US" altLang="ko-KR" dirty="0" smtClean="0"/>
              <a:t>-  </a:t>
            </a:r>
            <a:r>
              <a:rPr lang="ko-KR" altLang="en-US" dirty="0" smtClean="0"/>
              <a:t>데이터 시각화 메인 화면 </a:t>
            </a:r>
            <a:r>
              <a:rPr lang="en-US" altLang="ko-KR" dirty="0" smtClean="0"/>
              <a:t>UI : </a:t>
            </a:r>
            <a:r>
              <a:rPr lang="ko-KR" altLang="en-US" dirty="0" smtClean="0"/>
              <a:t>에러 및 환자 트리</a:t>
            </a:r>
            <a:endParaRPr lang="en-US" altLang="ko-KR" dirty="0" smtClean="0"/>
          </a:p>
        </p:txBody>
      </p:sp>
      <p:pic>
        <p:nvPicPr>
          <p:cNvPr id="15" name="그림 1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36465"/>
            <a:ext cx="12192000" cy="4208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35075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870705" cy="300082"/>
          </a:xfrm>
        </p:spPr>
        <p:txBody>
          <a:bodyPr/>
          <a:lstStyle/>
          <a:p>
            <a:r>
              <a:rPr lang="en-US" altLang="ko-KR" dirty="0" smtClean="0"/>
              <a:t>-Chart 1) </a:t>
            </a:r>
            <a:r>
              <a:rPr lang="ko-KR" altLang="en-US" dirty="0" smtClean="0"/>
              <a:t>에러 메타분석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9717"/>
            <a:ext cx="12192000" cy="5232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0856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870705" cy="300082"/>
          </a:xfrm>
        </p:spPr>
        <p:txBody>
          <a:bodyPr/>
          <a:lstStyle/>
          <a:p>
            <a:r>
              <a:rPr lang="en-US" altLang="ko-KR" dirty="0" smtClean="0"/>
              <a:t>-Chart 1) </a:t>
            </a:r>
            <a:r>
              <a:rPr lang="ko-KR" altLang="en-US" dirty="0" smtClean="0"/>
              <a:t>에러 메타분석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5503" y="1042784"/>
            <a:ext cx="6496112" cy="5815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925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870705" cy="300082"/>
          </a:xfrm>
        </p:spPr>
        <p:txBody>
          <a:bodyPr/>
          <a:lstStyle/>
          <a:p>
            <a:r>
              <a:rPr lang="en-US" altLang="ko-KR" dirty="0" smtClean="0"/>
              <a:t>-Chart 1) </a:t>
            </a:r>
            <a:r>
              <a:rPr lang="ko-KR" altLang="en-US" dirty="0" smtClean="0"/>
              <a:t>에러 메타분석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6766" y="1039090"/>
            <a:ext cx="6158699" cy="581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00102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6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905971" cy="300082"/>
          </a:xfrm>
        </p:spPr>
        <p:txBody>
          <a:bodyPr/>
          <a:lstStyle/>
          <a:p>
            <a:r>
              <a:rPr lang="en-US" altLang="ko-KR" dirty="0" smtClean="0"/>
              <a:t>-Chart 2) </a:t>
            </a:r>
            <a:r>
              <a:rPr lang="ko-KR" altLang="en-US" dirty="0" smtClean="0"/>
              <a:t>환자 정보 트리</a:t>
            </a:r>
            <a:endParaRPr lang="en-US" altLang="ko-KR" dirty="0" smtClean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136" y="1127367"/>
            <a:ext cx="7251802" cy="562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5845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9527" y="1386513"/>
            <a:ext cx="7073938" cy="5471487"/>
          </a:xfrm>
          <a:prstGeom prst="rect">
            <a:avLst/>
          </a:prstGeom>
        </p:spPr>
      </p:pic>
      <p:sp>
        <p:nvSpPr>
          <p:cNvPr id="6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90992" y="418187"/>
            <a:ext cx="3817071" cy="452432"/>
          </a:xfrm>
        </p:spPr>
        <p:txBody>
          <a:bodyPr/>
          <a:lstStyle/>
          <a:p>
            <a:r>
              <a:rPr lang="ko-KR" altLang="en-US" dirty="0" smtClean="0"/>
              <a:t>온라인 통합 의료 서비스 플랫폼</a:t>
            </a:r>
            <a:endParaRPr lang="ko-KR" altLang="en-US" dirty="0"/>
          </a:p>
        </p:txBody>
      </p:sp>
      <p:sp>
        <p:nvSpPr>
          <p:cNvPr id="7" name="텍스트 개체 틀 3"/>
          <p:cNvSpPr>
            <a:spLocks noGrp="1"/>
          </p:cNvSpPr>
          <p:nvPr>
            <p:ph type="body" sz="quarter" idx="13"/>
          </p:nvPr>
        </p:nvSpPr>
        <p:spPr>
          <a:xfrm>
            <a:off x="249178" y="827285"/>
            <a:ext cx="1905971" cy="300082"/>
          </a:xfrm>
        </p:spPr>
        <p:txBody>
          <a:bodyPr/>
          <a:lstStyle/>
          <a:p>
            <a:r>
              <a:rPr lang="en-US" altLang="ko-KR" dirty="0" smtClean="0"/>
              <a:t>-Chart 2) </a:t>
            </a:r>
            <a:r>
              <a:rPr lang="ko-KR" altLang="en-US" dirty="0" smtClean="0"/>
              <a:t>환자 정보 트리</a:t>
            </a:r>
            <a:endParaRPr lang="en-US" altLang="ko-KR" dirty="0" smtClean="0"/>
          </a:p>
        </p:txBody>
      </p:sp>
    </p:spTree>
    <p:extLst>
      <p:ext uri="{BB962C8B-B14F-4D97-AF65-F5344CB8AC3E}">
        <p14:creationId xmlns:p14="http://schemas.microsoft.com/office/powerpoint/2010/main" val="270358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미스터 피피티 10_PURPLE">
      <a:dk1>
        <a:sysClr val="windowText" lastClr="000000"/>
      </a:dk1>
      <a:lt1>
        <a:sysClr val="window" lastClr="FFFFFF"/>
      </a:lt1>
      <a:dk2>
        <a:srgbClr val="FFFF00"/>
      </a:dk2>
      <a:lt2>
        <a:srgbClr val="FFFF00"/>
      </a:lt2>
      <a:accent1>
        <a:srgbClr val="FAF9FF"/>
      </a:accent1>
      <a:accent2>
        <a:srgbClr val="714DF5"/>
      </a:accent2>
      <a:accent3>
        <a:srgbClr val="000000"/>
      </a:accent3>
      <a:accent4>
        <a:srgbClr val="FFCC00"/>
      </a:accent4>
      <a:accent5>
        <a:srgbClr val="FFFF00"/>
      </a:accent5>
      <a:accent6>
        <a:srgbClr val="FFFF00"/>
      </a:accent6>
      <a:hlink>
        <a:srgbClr val="FFFF00"/>
      </a:hlink>
      <a:folHlink>
        <a:srgbClr val="FFFF00"/>
      </a:folHlink>
    </a:clrScheme>
    <a:fontScheme name="사용자 지정 1">
      <a:majorFont>
        <a:latin typeface="Pretendard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2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6f8b04b1-2182-4f7d-b6e2-c184ae7aedc5">
      <Terms xmlns="http://schemas.microsoft.com/office/infopath/2007/PartnerControls"/>
    </lcf76f155ced4ddcb4097134ff3c332f>
    <TaxCatchAll xmlns="a284b5e2-a014-447d-bef5-fb0af5b3093c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19864610C2B54F8DD4AFFAA1623265" ma:contentTypeVersion="13" ma:contentTypeDescription="Create a new document." ma:contentTypeScope="" ma:versionID="db848a5ac448044515dc56f938f1e24c">
  <xsd:schema xmlns:xsd="http://www.w3.org/2001/XMLSchema" xmlns:xs="http://www.w3.org/2001/XMLSchema" xmlns:p="http://schemas.microsoft.com/office/2006/metadata/properties" xmlns:ns2="6f8b04b1-2182-4f7d-b6e2-c184ae7aedc5" xmlns:ns3="a284b5e2-a014-447d-bef5-fb0af5b3093c" targetNamespace="http://schemas.microsoft.com/office/2006/metadata/properties" ma:root="true" ma:fieldsID="1b527c1c27f0d6a8c013b20b71fe9cd4" ns2:_="" ns3:_="">
    <xsd:import namespace="6f8b04b1-2182-4f7d-b6e2-c184ae7aedc5"/>
    <xsd:import namespace="a284b5e2-a014-447d-bef5-fb0af5b3093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8b04b1-2182-4f7d-b6e2-c184ae7aedc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65b57115-79e1-4167-a855-12fb57de073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84b5e2-a014-447d-bef5-fb0af5b3093c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e51992a4-bb2e-4226-9593-a15e9231b038}" ma:internalName="TaxCatchAll" ma:showField="CatchAllData" ma:web="a284b5e2-a014-447d-bef5-fb0af5b3093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9082F7-B615-49B9-B786-0B288D52ADB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993CB6-55D0-4B44-8174-27BDAFA988E1}">
  <ds:schemaRefs>
    <ds:schemaRef ds:uri="http://www.w3.org/XML/1998/namespace"/>
    <ds:schemaRef ds:uri="http://schemas.microsoft.com/office/2006/documentManagement/types"/>
    <ds:schemaRef ds:uri="6f8b04b1-2182-4f7d-b6e2-c184ae7aedc5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purl.org/dc/terms/"/>
    <ds:schemaRef ds:uri="http://schemas.openxmlformats.org/package/2006/metadata/core-properties"/>
    <ds:schemaRef ds:uri="a284b5e2-a014-447d-bef5-fb0af5b3093c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8E4874E9-C369-43CE-B515-BC408727E63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f8b04b1-2182-4f7d-b6e2-c184ae7aedc5"/>
    <ds:schemaRef ds:uri="a284b5e2-a014-447d-bef5-fb0af5b3093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3113</TotalTime>
  <Words>529</Words>
  <Application>Microsoft Office PowerPoint</Application>
  <PresentationFormat>와이드스크린</PresentationFormat>
  <Paragraphs>126</Paragraphs>
  <Slides>36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36</vt:i4>
      </vt:variant>
    </vt:vector>
  </HeadingPairs>
  <TitlesOfParts>
    <vt:vector size="50" baseType="lpstr">
      <vt:lpstr>Pretendard ExtraBold</vt:lpstr>
      <vt:lpstr>Pretendard ExtraLight</vt:lpstr>
      <vt:lpstr>Pretendard Light</vt:lpstr>
      <vt:lpstr>Pretendard Medium</vt:lpstr>
      <vt:lpstr>Pretendard SemiBold</vt:lpstr>
      <vt:lpstr>맑은 고딕</vt:lpstr>
      <vt:lpstr>프리젠테이션 2 ExtraLight</vt:lpstr>
      <vt:lpstr>프리젠테이션 3 Light</vt:lpstr>
      <vt:lpstr>프리젠테이션 4 Regular</vt:lpstr>
      <vt:lpstr>프리젠테이션 5 Medium</vt:lpstr>
      <vt:lpstr>프리젠테이션 6 SemiBold</vt:lpstr>
      <vt:lpstr>프리젠테이션 8 ExtraBold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01 파란펭귄</dc:creator>
  <cp:lastModifiedBy>KB</cp:lastModifiedBy>
  <cp:revision>223</cp:revision>
  <dcterms:created xsi:type="dcterms:W3CDTF">2023-12-27T07:30:43Z</dcterms:created>
  <dcterms:modified xsi:type="dcterms:W3CDTF">2025-03-27T04:53:29Z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0x0101009919864610C2B54F8DD4AFFAA1623265</vt:lpwstr>
  </property>
  <property fmtid="{D5CDD505-2E9C-101B-9397-08002B2CF9AE}" pid="3" name="MediaServiceImageTags">
    <vt:lpwstr/>
  </property>
</Properties>
</file>