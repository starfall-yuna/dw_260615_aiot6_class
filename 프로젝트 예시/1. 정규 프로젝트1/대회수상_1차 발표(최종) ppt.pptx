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3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604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65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945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0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95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421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996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95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85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52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18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E192B-45B5-477C-B5C5-5A7EB7B7F826}" type="datetimeFigureOut">
              <a:rPr lang="ko-KR" altLang="en-US" smtClean="0"/>
              <a:t>2024-07-16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0E8C-FB0D-4203-A595-56089AF154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26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1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1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8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8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0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41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6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4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59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9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3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98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0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91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1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t="6880"/>
          <a:stretch/>
        </p:blipFill>
        <p:spPr>
          <a:xfrm>
            <a:off x="4067873" y="3582099"/>
            <a:ext cx="2710431" cy="90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9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8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7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44"/>
          <a:stretch/>
        </p:blipFill>
        <p:spPr>
          <a:xfrm>
            <a:off x="144379" y="1355559"/>
            <a:ext cx="4862714" cy="517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6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0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2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1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9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6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9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18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1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4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1차-시연영상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28475" y="1342692"/>
            <a:ext cx="5234572" cy="52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7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5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8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8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0</Words>
  <Application>Microsoft Office PowerPoint</Application>
  <PresentationFormat>와이드스크린</PresentationFormat>
  <Paragraphs>0</Paragraphs>
  <Slides>33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6</cp:revision>
  <dcterms:created xsi:type="dcterms:W3CDTF">2024-07-15T07:24:18Z</dcterms:created>
  <dcterms:modified xsi:type="dcterms:W3CDTF">2024-07-16T00:30:05Z</dcterms:modified>
</cp:coreProperties>
</file>