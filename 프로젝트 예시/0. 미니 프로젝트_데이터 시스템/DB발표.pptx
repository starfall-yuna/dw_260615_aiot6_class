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  <p:sldId id="270" r:id="rId13"/>
    <p:sldId id="268" r:id="rId14"/>
    <p:sldId id="267" r:id="rId15"/>
    <p:sldId id="269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7727-25DE-4E06-85A3-4114EC936EF5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27FB-6F7C-4CE3-9376-A456812E8E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111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7727-25DE-4E06-85A3-4114EC936EF5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27FB-6F7C-4CE3-9376-A456812E8E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190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7727-25DE-4E06-85A3-4114EC936EF5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27FB-6F7C-4CE3-9376-A456812E8E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753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7727-25DE-4E06-85A3-4114EC936EF5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27FB-6F7C-4CE3-9376-A456812E8E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712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7727-25DE-4E06-85A3-4114EC936EF5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27FB-6F7C-4CE3-9376-A456812E8E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52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7727-25DE-4E06-85A3-4114EC936EF5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27FB-6F7C-4CE3-9376-A456812E8E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406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7727-25DE-4E06-85A3-4114EC936EF5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27FB-6F7C-4CE3-9376-A456812E8E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78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7727-25DE-4E06-85A3-4114EC936EF5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27FB-6F7C-4CE3-9376-A456812E8E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857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7727-25DE-4E06-85A3-4114EC936EF5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27FB-6F7C-4CE3-9376-A456812E8E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04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7727-25DE-4E06-85A3-4114EC936EF5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27FB-6F7C-4CE3-9376-A456812E8E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08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7727-25DE-4E06-85A3-4114EC936EF5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27FB-6F7C-4CE3-9376-A456812E8E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80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7727-25DE-4E06-85A3-4114EC936EF5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227FB-6F7C-4CE3-9376-A456812E8E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367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08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2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8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24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121892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6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8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121892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59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96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929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121892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21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186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209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517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121892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679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84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0</Words>
  <Application>Microsoft Office PowerPoint</Application>
  <PresentationFormat>와이드스크린</PresentationFormat>
  <Paragraphs>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KB</dc:creator>
  <cp:lastModifiedBy>KB</cp:lastModifiedBy>
  <cp:revision>4</cp:revision>
  <dcterms:created xsi:type="dcterms:W3CDTF">2024-11-26T05:43:57Z</dcterms:created>
  <dcterms:modified xsi:type="dcterms:W3CDTF">2024-11-27T01:34:53Z</dcterms:modified>
</cp:coreProperties>
</file>