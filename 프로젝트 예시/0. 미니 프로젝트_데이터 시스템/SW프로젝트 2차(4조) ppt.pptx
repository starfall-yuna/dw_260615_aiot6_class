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84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74D2-C330-43A8-BC8F-E93D3EAE1F5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F479-5637-4772-9A55-EB4950641F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994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74D2-C330-43A8-BC8F-E93D3EAE1F5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F479-5637-4772-9A55-EB4950641F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63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74D2-C330-43A8-BC8F-E93D3EAE1F5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F479-5637-4772-9A55-EB4950641F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80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74D2-C330-43A8-BC8F-E93D3EAE1F5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F479-5637-4772-9A55-EB4950641F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3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74D2-C330-43A8-BC8F-E93D3EAE1F5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F479-5637-4772-9A55-EB4950641F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98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74D2-C330-43A8-BC8F-E93D3EAE1F5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F479-5637-4772-9A55-EB4950641F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138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74D2-C330-43A8-BC8F-E93D3EAE1F5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F479-5637-4772-9A55-EB4950641F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123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74D2-C330-43A8-BC8F-E93D3EAE1F5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F479-5637-4772-9A55-EB4950641F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67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74D2-C330-43A8-BC8F-E93D3EAE1F5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F479-5637-4772-9A55-EB4950641F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0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74D2-C330-43A8-BC8F-E93D3EAE1F5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F479-5637-4772-9A55-EB4950641F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270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74D2-C330-43A8-BC8F-E93D3EAE1F5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F479-5637-4772-9A55-EB4950641F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72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474D2-C330-43A8-BC8F-E93D3EAE1F5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FF479-5637-4772-9A55-EB4950641F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041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69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10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1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9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3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074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085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5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21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909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607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07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94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09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059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99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2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814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6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25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34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와이드스크린</PresentationFormat>
  <Paragraphs>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2024-05-21T05:27:35Z</dcterms:created>
  <dcterms:modified xsi:type="dcterms:W3CDTF">2024-05-21T05:29:37Z</dcterms:modified>
</cp:coreProperties>
</file>